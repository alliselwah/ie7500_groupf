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7" r:id="rId1"/>
  </p:sldMasterIdLst>
  <p:sldIdLst>
    <p:sldId id="256" r:id="rId2"/>
    <p:sldId id="257" r:id="rId3"/>
    <p:sldId id="265" r:id="rId4"/>
    <p:sldId id="269" r:id="rId5"/>
    <p:sldId id="259" r:id="rId6"/>
    <p:sldId id="270" r:id="rId7"/>
    <p:sldId id="267" r:id="rId8"/>
    <p:sldId id="271" r:id="rId9"/>
    <p:sldId id="268" r:id="rId10"/>
    <p:sldId id="266" r:id="rId11"/>
    <p:sldId id="272" r:id="rId12"/>
    <p:sldId id="258" r:id="rId13"/>
    <p:sldId id="273" r:id="rId14"/>
    <p:sldId id="274" r:id="rId15"/>
    <p:sldId id="275"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E2CAE0-737C-FA65-2E04-56D1DB76ADCE}" v="3" dt="2025-04-15T23:02:44.708"/>
    <p1510:client id="{C2D4243B-CB67-72DE-22A2-F82463051091}" v="2" dt="2025-04-14T23:36:26.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bhasish Bhaumik" userId="S::bhaumik.su@northeastern.edu::c565d6ff-fbef-40c3-a03a-b3e91528e78a" providerId="AD" clId="Web-{7D65D72B-56D0-E747-8506-DEBD2F72B3FD}"/>
    <pc:docChg chg="modSld">
      <pc:chgData name="Subhasish Bhaumik" userId="S::bhaumik.su@northeastern.edu::c565d6ff-fbef-40c3-a03a-b3e91528e78a" providerId="AD" clId="Web-{7D65D72B-56D0-E747-8506-DEBD2F72B3FD}" dt="2025-04-13T15:47:48.152" v="2" actId="20577"/>
      <pc:docMkLst>
        <pc:docMk/>
      </pc:docMkLst>
      <pc:sldChg chg="modSp">
        <pc:chgData name="Subhasish Bhaumik" userId="S::bhaumik.su@northeastern.edu::c565d6ff-fbef-40c3-a03a-b3e91528e78a" providerId="AD" clId="Web-{7D65D72B-56D0-E747-8506-DEBD2F72B3FD}" dt="2025-04-13T15:47:32.354" v="1" actId="20577"/>
        <pc:sldMkLst>
          <pc:docMk/>
          <pc:sldMk cId="1272478037" sldId="258"/>
        </pc:sldMkLst>
        <pc:spChg chg="mod">
          <ac:chgData name="Subhasish Bhaumik" userId="S::bhaumik.su@northeastern.edu::c565d6ff-fbef-40c3-a03a-b3e91528e78a" providerId="AD" clId="Web-{7D65D72B-56D0-E747-8506-DEBD2F72B3FD}" dt="2025-04-13T15:47:32.354" v="1" actId="20577"/>
          <ac:spMkLst>
            <pc:docMk/>
            <pc:sldMk cId="1272478037" sldId="258"/>
            <ac:spMk id="7" creationId="{418195B7-C968-0036-1FC4-BF66B45FE2DF}"/>
          </ac:spMkLst>
        </pc:spChg>
      </pc:sldChg>
      <pc:sldChg chg="modSp">
        <pc:chgData name="Subhasish Bhaumik" userId="S::bhaumik.su@northeastern.edu::c565d6ff-fbef-40c3-a03a-b3e91528e78a" providerId="AD" clId="Web-{7D65D72B-56D0-E747-8506-DEBD2F72B3FD}" dt="2025-04-13T15:46:36.742" v="0" actId="20577"/>
        <pc:sldMkLst>
          <pc:docMk/>
          <pc:sldMk cId="1990471818" sldId="259"/>
        </pc:sldMkLst>
        <pc:spChg chg="mod">
          <ac:chgData name="Subhasish Bhaumik" userId="S::bhaumik.su@northeastern.edu::c565d6ff-fbef-40c3-a03a-b3e91528e78a" providerId="AD" clId="Web-{7D65D72B-56D0-E747-8506-DEBD2F72B3FD}" dt="2025-04-13T15:46:36.742" v="0" actId="20577"/>
          <ac:spMkLst>
            <pc:docMk/>
            <pc:sldMk cId="1990471818" sldId="259"/>
            <ac:spMk id="3" creationId="{9543313A-93A8-383A-F717-7E80B9FDA999}"/>
          </ac:spMkLst>
        </pc:spChg>
      </pc:sldChg>
      <pc:sldChg chg="modSp">
        <pc:chgData name="Subhasish Bhaumik" userId="S::bhaumik.su@northeastern.edu::c565d6ff-fbef-40c3-a03a-b3e91528e78a" providerId="AD" clId="Web-{7D65D72B-56D0-E747-8506-DEBD2F72B3FD}" dt="2025-04-13T15:47:48.152" v="2" actId="20577"/>
        <pc:sldMkLst>
          <pc:docMk/>
          <pc:sldMk cId="381053948" sldId="275"/>
        </pc:sldMkLst>
        <pc:spChg chg="mod">
          <ac:chgData name="Subhasish Bhaumik" userId="S::bhaumik.su@northeastern.edu::c565d6ff-fbef-40c3-a03a-b3e91528e78a" providerId="AD" clId="Web-{7D65D72B-56D0-E747-8506-DEBD2F72B3FD}" dt="2025-04-13T15:47:48.152" v="2" actId="20577"/>
          <ac:spMkLst>
            <pc:docMk/>
            <pc:sldMk cId="381053948" sldId="275"/>
            <ac:spMk id="11" creationId="{E6083440-343A-1AB4-298D-84432362824B}"/>
          </ac:spMkLst>
        </pc:spChg>
      </pc:sldChg>
    </pc:docChg>
  </pc:docChgLst>
  <pc:docChgLst>
    <pc:chgData name="Subhasish Bhaumik" userId="c565d6ff-fbef-40c3-a03a-b3e91528e78a" providerId="ADAL" clId="{83E27E8E-8B6D-1245-B685-1EE44B129C76}"/>
    <pc:docChg chg="undo custSel modSld">
      <pc:chgData name="Subhasish Bhaumik" userId="c565d6ff-fbef-40c3-a03a-b3e91528e78a" providerId="ADAL" clId="{83E27E8E-8B6D-1245-B685-1EE44B129C76}" dt="2025-04-14T23:35:21.557" v="42" actId="1035"/>
      <pc:docMkLst>
        <pc:docMk/>
      </pc:docMkLst>
      <pc:sldChg chg="addSp delSp modSp mod">
        <pc:chgData name="Subhasish Bhaumik" userId="c565d6ff-fbef-40c3-a03a-b3e91528e78a" providerId="ADAL" clId="{83E27E8E-8B6D-1245-B685-1EE44B129C76}" dt="2025-04-14T23:35:21.557" v="42" actId="1035"/>
        <pc:sldMkLst>
          <pc:docMk/>
          <pc:sldMk cId="109857222" sldId="256"/>
        </pc:sldMkLst>
        <pc:spChg chg="mod">
          <ac:chgData name="Subhasish Bhaumik" userId="c565d6ff-fbef-40c3-a03a-b3e91528e78a" providerId="ADAL" clId="{83E27E8E-8B6D-1245-B685-1EE44B129C76}" dt="2025-04-14T22:32:01.414" v="22" actId="20577"/>
          <ac:spMkLst>
            <pc:docMk/>
            <pc:sldMk cId="109857222" sldId="256"/>
            <ac:spMk id="2" creationId="{00000000-0000-0000-0000-000000000000}"/>
          </ac:spMkLst>
        </pc:spChg>
        <pc:spChg chg="add del mod">
          <ac:chgData name="Subhasish Bhaumik" userId="c565d6ff-fbef-40c3-a03a-b3e91528e78a" providerId="ADAL" clId="{83E27E8E-8B6D-1245-B685-1EE44B129C76}" dt="2025-04-14T22:29:50.510" v="2"/>
          <ac:spMkLst>
            <pc:docMk/>
            <pc:sldMk cId="109857222" sldId="256"/>
            <ac:spMk id="4" creationId="{06761447-1B3B-CFB0-BD0B-0D8006C98F1D}"/>
          </ac:spMkLst>
        </pc:spChg>
        <pc:spChg chg="add mod">
          <ac:chgData name="Subhasish Bhaumik" userId="c565d6ff-fbef-40c3-a03a-b3e91528e78a" providerId="ADAL" clId="{83E27E8E-8B6D-1245-B685-1EE44B129C76}" dt="2025-04-14T22:31:22.612" v="4" actId="1076"/>
          <ac:spMkLst>
            <pc:docMk/>
            <pc:sldMk cId="109857222" sldId="256"/>
            <ac:spMk id="5" creationId="{CC80FFF3-AD11-B7F2-7483-C13C89DCD23C}"/>
          </ac:spMkLst>
        </pc:spChg>
        <pc:picChg chg="add mod">
          <ac:chgData name="Subhasish Bhaumik" userId="c565d6ff-fbef-40c3-a03a-b3e91528e78a" providerId="ADAL" clId="{83E27E8E-8B6D-1245-B685-1EE44B129C76}" dt="2025-04-14T23:35:21.557" v="42" actId="1035"/>
          <ac:picMkLst>
            <pc:docMk/>
            <pc:sldMk cId="109857222" sldId="256"/>
            <ac:picMk id="1025" creationId="{05BD8F2D-8EBE-B6B5-C75C-DCA24240A2B1}"/>
          </ac:picMkLst>
        </pc:picChg>
      </pc:sldChg>
    </pc:docChg>
  </pc:docChgLst>
  <pc:docChgLst>
    <pc:chgData name="Allison Selwah" userId="S::selwah.a@northeastern.edu::00018bcf-d791-40d4-8b2f-6c24bd0a7d7b" providerId="AD" clId="Web-{A7E2CAE0-737C-FA65-2E04-56D1DB76ADCE}"/>
    <pc:docChg chg="modSld">
      <pc:chgData name="Allison Selwah" userId="S::selwah.a@northeastern.edu::00018bcf-d791-40d4-8b2f-6c24bd0a7d7b" providerId="AD" clId="Web-{A7E2CAE0-737C-FA65-2E04-56D1DB76ADCE}" dt="2025-04-15T23:02:44.505" v="1" actId="20577"/>
      <pc:docMkLst>
        <pc:docMk/>
      </pc:docMkLst>
      <pc:sldChg chg="modSp">
        <pc:chgData name="Allison Selwah" userId="S::selwah.a@northeastern.edu::00018bcf-d791-40d4-8b2f-6c24bd0a7d7b" providerId="AD" clId="Web-{A7E2CAE0-737C-FA65-2E04-56D1DB76ADCE}" dt="2025-04-15T23:02:44.505" v="1" actId="20577"/>
        <pc:sldMkLst>
          <pc:docMk/>
          <pc:sldMk cId="3409074232" sldId="265"/>
        </pc:sldMkLst>
        <pc:spChg chg="mod">
          <ac:chgData name="Allison Selwah" userId="S::selwah.a@northeastern.edu::00018bcf-d791-40d4-8b2f-6c24bd0a7d7b" providerId="AD" clId="Web-{A7E2CAE0-737C-FA65-2E04-56D1DB76ADCE}" dt="2025-04-15T23:02:44.505" v="1" actId="20577"/>
          <ac:spMkLst>
            <pc:docMk/>
            <pc:sldMk cId="3409074232" sldId="265"/>
            <ac:spMk id="3" creationId="{011D4AB7-2E05-8F15-3770-E6573DE3E0A2}"/>
          </ac:spMkLst>
        </pc:spChg>
      </pc:sldChg>
    </pc:docChg>
  </pc:docChgLst>
  <pc:docChgLst>
    <pc:chgData name="Allison Selwah" userId="S::selwah.a@northeastern.edu::00018bcf-d791-40d4-8b2f-6c24bd0a7d7b" providerId="AD" clId="Web-{5B2B6C12-5F05-13A0-40B1-792172FD9870}"/>
    <pc:docChg chg="addSld delSld modSld sldOrd addMainMaster delMainMaster">
      <pc:chgData name="Allison Selwah" userId="S::selwah.a@northeastern.edu::00018bcf-d791-40d4-8b2f-6c24bd0a7d7b" providerId="AD" clId="Web-{5B2B6C12-5F05-13A0-40B1-792172FD9870}" dt="2025-04-06T23:23:53.376" v="1557" actId="20577"/>
      <pc:docMkLst>
        <pc:docMk/>
      </pc:docMkLst>
      <pc:sldChg chg="addSp delSp modSp mod setBg modClrScheme chgLayout">
        <pc:chgData name="Allison Selwah" userId="S::selwah.a@northeastern.edu::00018bcf-d791-40d4-8b2f-6c24bd0a7d7b" providerId="AD" clId="Web-{5B2B6C12-5F05-13A0-40B1-792172FD9870}" dt="2025-04-06T23:01:42.496" v="1210" actId="20577"/>
        <pc:sldMkLst>
          <pc:docMk/>
          <pc:sldMk cId="109857222" sldId="256"/>
        </pc:sldMkLst>
        <pc:spChg chg="mod">
          <ac:chgData name="Allison Selwah" userId="S::selwah.a@northeastern.edu::00018bcf-d791-40d4-8b2f-6c24bd0a7d7b" providerId="AD" clId="Web-{5B2B6C12-5F05-13A0-40B1-792172FD9870}" dt="2025-04-06T23:01:36.027" v="1209"/>
          <ac:spMkLst>
            <pc:docMk/>
            <pc:sldMk cId="109857222" sldId="256"/>
            <ac:spMk id="2" creationId="{00000000-0000-0000-0000-000000000000}"/>
          </ac:spMkLst>
        </pc:spChg>
        <pc:spChg chg="mod">
          <ac:chgData name="Allison Selwah" userId="S::selwah.a@northeastern.edu::00018bcf-d791-40d4-8b2f-6c24bd0a7d7b" providerId="AD" clId="Web-{5B2B6C12-5F05-13A0-40B1-792172FD9870}" dt="2025-04-06T23:01:42.496" v="1210" actId="20577"/>
          <ac:spMkLst>
            <pc:docMk/>
            <pc:sldMk cId="109857222" sldId="256"/>
            <ac:spMk id="3" creationId="{00000000-0000-0000-0000-000000000000}"/>
          </ac:spMkLst>
        </pc:spChg>
        <pc:spChg chg="add del">
          <ac:chgData name="Allison Selwah" userId="S::selwah.a@northeastern.edu::00018bcf-d791-40d4-8b2f-6c24bd0a7d7b" providerId="AD" clId="Web-{5B2B6C12-5F05-13A0-40B1-792172FD9870}" dt="2025-04-06T22:36:13.876" v="103"/>
          <ac:spMkLst>
            <pc:docMk/>
            <pc:sldMk cId="109857222" sldId="256"/>
            <ac:spMk id="5" creationId="{A54A1FC3-D51F-49C5-A520-3CB3BF1C0F6C}"/>
          </ac:spMkLst>
        </pc:spChg>
        <pc:spChg chg="add del">
          <ac:chgData name="Allison Selwah" userId="S::selwah.a@northeastern.edu::00018bcf-d791-40d4-8b2f-6c24bd0a7d7b" providerId="AD" clId="Web-{5B2B6C12-5F05-13A0-40B1-792172FD9870}" dt="2025-04-06T22:36:13.876" v="103"/>
          <ac:spMkLst>
            <pc:docMk/>
            <pc:sldMk cId="109857222" sldId="256"/>
            <ac:spMk id="6" creationId="{9FD6A395-8B77-4B2D-AA7E-1B4CE370CB43}"/>
          </ac:spMkLst>
        </pc:spChg>
        <pc:spChg chg="add del">
          <ac:chgData name="Allison Selwah" userId="S::selwah.a@northeastern.edu::00018bcf-d791-40d4-8b2f-6c24bd0a7d7b" providerId="AD" clId="Web-{5B2B6C12-5F05-13A0-40B1-792172FD9870}" dt="2025-04-06T22:27:38.656" v="17"/>
          <ac:spMkLst>
            <pc:docMk/>
            <pc:sldMk cId="109857222" sldId="256"/>
            <ac:spMk id="9" creationId="{9733A6A7-E7EE-42C5-88DE-B09D16B38C13}"/>
          </ac:spMkLst>
        </pc:spChg>
        <pc:spChg chg="add del">
          <ac:chgData name="Allison Selwah" userId="S::selwah.a@northeastern.edu::00018bcf-d791-40d4-8b2f-6c24bd0a7d7b" providerId="AD" clId="Web-{5B2B6C12-5F05-13A0-40B1-792172FD9870}" dt="2025-04-06T22:27:38.656" v="17"/>
          <ac:spMkLst>
            <pc:docMk/>
            <pc:sldMk cId="109857222" sldId="256"/>
            <ac:spMk id="11" creationId="{BA6285CA-6AFA-4F27-AFB5-1B32CDE09B1A}"/>
          </ac:spMkLst>
        </pc:spChg>
        <pc:spChg chg="add del">
          <ac:chgData name="Allison Selwah" userId="S::selwah.a@northeastern.edu::00018bcf-d791-40d4-8b2f-6c24bd0a7d7b" providerId="AD" clId="Web-{5B2B6C12-5F05-13A0-40B1-792172FD9870}" dt="2025-04-06T22:36:13.844" v="102"/>
          <ac:spMkLst>
            <pc:docMk/>
            <pc:sldMk cId="109857222" sldId="256"/>
            <ac:spMk id="20" creationId="{D2EE5908-FE88-436C-ADBE-551396CD3776}"/>
          </ac:spMkLst>
        </pc:spChg>
        <pc:spChg chg="add">
          <ac:chgData name="Allison Selwah" userId="S::selwah.a@northeastern.edu::00018bcf-d791-40d4-8b2f-6c24bd0a7d7b" providerId="AD" clId="Web-{5B2B6C12-5F05-13A0-40B1-792172FD9870}" dt="2025-04-06T22:36:13.876" v="103"/>
          <ac:spMkLst>
            <pc:docMk/>
            <pc:sldMk cId="109857222" sldId="256"/>
            <ac:spMk id="26" creationId="{A8CAE98F-93E0-466E-B310-16D4D8EC4CCB}"/>
          </ac:spMkLst>
        </pc:spChg>
        <pc:spChg chg="add del">
          <ac:chgData name="Allison Selwah" userId="S::selwah.a@northeastern.edu::00018bcf-d791-40d4-8b2f-6c24bd0a7d7b" providerId="AD" clId="Web-{5B2B6C12-5F05-13A0-40B1-792172FD9870}" dt="2025-04-06T22:27:38.656" v="17"/>
          <ac:spMkLst>
            <pc:docMk/>
            <pc:sldMk cId="109857222" sldId="256"/>
            <ac:spMk id="44" creationId="{94D786EB-944C-47D5-B631-899F4029B02E}"/>
          </ac:spMkLst>
        </pc:spChg>
        <pc:spChg chg="add del">
          <ac:chgData name="Allison Selwah" userId="S::selwah.a@northeastern.edu::00018bcf-d791-40d4-8b2f-6c24bd0a7d7b" providerId="AD" clId="Web-{5B2B6C12-5F05-13A0-40B1-792172FD9870}" dt="2025-04-06T22:26:11.451" v="11"/>
          <ac:spMkLst>
            <pc:docMk/>
            <pc:sldMk cId="109857222" sldId="256"/>
            <ac:spMk id="49" creationId="{BA6285CA-6AFA-4F27-AFB5-1B32CDE09B1A}"/>
          </ac:spMkLst>
        </pc:spChg>
        <pc:spChg chg="add del">
          <ac:chgData name="Allison Selwah" userId="S::selwah.a@northeastern.edu::00018bcf-d791-40d4-8b2f-6c24bd0a7d7b" providerId="AD" clId="Web-{5B2B6C12-5F05-13A0-40B1-792172FD9870}" dt="2025-04-06T22:26:11.451" v="11"/>
          <ac:spMkLst>
            <pc:docMk/>
            <pc:sldMk cId="109857222" sldId="256"/>
            <ac:spMk id="51" creationId="{AF152BFE-7BA8-4007-AD9C-F4DC95E437EE}"/>
          </ac:spMkLst>
        </pc:spChg>
        <pc:spChg chg="add del">
          <ac:chgData name="Allison Selwah" userId="S::selwah.a@northeastern.edu::00018bcf-d791-40d4-8b2f-6c24bd0a7d7b" providerId="AD" clId="Web-{5B2B6C12-5F05-13A0-40B1-792172FD9870}" dt="2025-04-06T22:26:11.451" v="11"/>
          <ac:spMkLst>
            <pc:docMk/>
            <pc:sldMk cId="109857222" sldId="256"/>
            <ac:spMk id="53" creationId="{26796024-DF17-4BB3-BF28-01E168A3C548}"/>
          </ac:spMkLst>
        </pc:spChg>
        <pc:spChg chg="add del">
          <ac:chgData name="Allison Selwah" userId="S::selwah.a@northeastern.edu::00018bcf-d791-40d4-8b2f-6c24bd0a7d7b" providerId="AD" clId="Web-{5B2B6C12-5F05-13A0-40B1-792172FD9870}" dt="2025-04-06T22:26:11.451" v="11"/>
          <ac:spMkLst>
            <pc:docMk/>
            <pc:sldMk cId="109857222" sldId="256"/>
            <ac:spMk id="55" creationId="{7BCC6446-8462-4A63-9B6F-8F57EC40F648}"/>
          </ac:spMkLst>
        </pc:spChg>
        <pc:spChg chg="add del">
          <ac:chgData name="Allison Selwah" userId="S::selwah.a@northeastern.edu::00018bcf-d791-40d4-8b2f-6c24bd0a7d7b" providerId="AD" clId="Web-{5B2B6C12-5F05-13A0-40B1-792172FD9870}" dt="2025-04-06T22:27:34.031" v="15"/>
          <ac:spMkLst>
            <pc:docMk/>
            <pc:sldMk cId="109857222" sldId="256"/>
            <ac:spMk id="88" creationId="{4E1EF4E8-5513-4BF5-BC41-04645281C672}"/>
          </ac:spMkLst>
        </pc:spChg>
        <pc:spChg chg="add del">
          <ac:chgData name="Allison Selwah" userId="S::selwah.a@northeastern.edu::00018bcf-d791-40d4-8b2f-6c24bd0a7d7b" providerId="AD" clId="Web-{5B2B6C12-5F05-13A0-40B1-792172FD9870}" dt="2025-04-06T22:27:34.031" v="15"/>
          <ac:spMkLst>
            <pc:docMk/>
            <pc:sldMk cId="109857222" sldId="256"/>
            <ac:spMk id="89" creationId="{1C8FF592-DEC3-42D7-B2CD-5797E102B51F}"/>
          </ac:spMkLst>
        </pc:spChg>
        <pc:grpChg chg="add del">
          <ac:chgData name="Allison Selwah" userId="S::selwah.a@northeastern.edu::00018bcf-d791-40d4-8b2f-6c24bd0a7d7b" providerId="AD" clId="Web-{5B2B6C12-5F05-13A0-40B1-792172FD9870}" dt="2025-04-06T22:27:38.656" v="17"/>
          <ac:grpSpMkLst>
            <pc:docMk/>
            <pc:sldMk cId="109857222" sldId="256"/>
            <ac:grpSpMk id="13" creationId="{91108A0F-8C78-4294-B028-9F09581FC0A3}"/>
          </ac:grpSpMkLst>
        </pc:grpChg>
        <pc:grpChg chg="add del">
          <ac:chgData name="Allison Selwah" userId="S::selwah.a@northeastern.edu::00018bcf-d791-40d4-8b2f-6c24bd0a7d7b" providerId="AD" clId="Web-{5B2B6C12-5F05-13A0-40B1-792172FD9870}" dt="2025-04-06T22:27:34.031" v="15"/>
          <ac:grpSpMkLst>
            <pc:docMk/>
            <pc:sldMk cId="109857222" sldId="256"/>
            <ac:grpSpMk id="90" creationId="{BF18E62C-A1FF-4287-B466-37167775A746}"/>
          </ac:grpSpMkLst>
        </pc:grpChg>
        <pc:picChg chg="add del mod ord">
          <ac:chgData name="Allison Selwah" userId="S::selwah.a@northeastern.edu::00018bcf-d791-40d4-8b2f-6c24bd0a7d7b" providerId="AD" clId="Web-{5B2B6C12-5F05-13A0-40B1-792172FD9870}" dt="2025-04-06T22:27:38.656" v="17"/>
          <ac:picMkLst>
            <pc:docMk/>
            <pc:sldMk cId="109857222" sldId="256"/>
            <ac:picMk id="4" creationId="{CCED6914-C7D0-A568-A5A2-175BAB4472B9}"/>
          </ac:picMkLst>
        </pc:picChg>
        <pc:picChg chg="add mod ord">
          <ac:chgData name="Allison Selwah" userId="S::selwah.a@northeastern.edu::00018bcf-d791-40d4-8b2f-6c24bd0a7d7b" providerId="AD" clId="Web-{5B2B6C12-5F05-13A0-40B1-792172FD9870}" dt="2025-04-06T22:36:13.876" v="103"/>
          <ac:picMkLst>
            <pc:docMk/>
            <pc:sldMk cId="109857222" sldId="256"/>
            <ac:picMk id="7" creationId="{B9AD0CE0-3E1E-6D2D-37D8-4C0F179A20A9}"/>
          </ac:picMkLst>
        </pc:picChg>
        <pc:cxnChg chg="add del">
          <ac:chgData name="Allison Selwah" userId="S::selwah.a@northeastern.edu::00018bcf-d791-40d4-8b2f-6c24bd0a7d7b" providerId="AD" clId="Web-{5B2B6C12-5F05-13A0-40B1-792172FD9870}" dt="2025-04-06T22:36:13.876" v="103"/>
          <ac:cxnSpMkLst>
            <pc:docMk/>
            <pc:sldMk cId="109857222" sldId="256"/>
            <ac:cxnSpMk id="8" creationId="{1C5372E1-5D0A-4FE4-B20F-D0CF85FD068B}"/>
          </ac:cxnSpMkLst>
        </pc:cxnChg>
        <pc:cxnChg chg="add del">
          <ac:chgData name="Allison Selwah" userId="S::selwah.a@northeastern.edu::00018bcf-d791-40d4-8b2f-6c24bd0a7d7b" providerId="AD" clId="Web-{5B2B6C12-5F05-13A0-40B1-792172FD9870}" dt="2025-04-06T22:36:13.876" v="103"/>
          <ac:cxnSpMkLst>
            <pc:docMk/>
            <pc:sldMk cId="109857222" sldId="256"/>
            <ac:cxnSpMk id="15" creationId="{513081F5-C318-4421-A7E9-D7F6810B656E}"/>
          </ac:cxnSpMkLst>
        </pc:cxnChg>
        <pc:cxnChg chg="add del">
          <ac:chgData name="Allison Selwah" userId="S::selwah.a@northeastern.edu::00018bcf-d791-40d4-8b2f-6c24bd0a7d7b" providerId="AD" clId="Web-{5B2B6C12-5F05-13A0-40B1-792172FD9870}" dt="2025-04-06T22:36:13.844" v="102"/>
          <ac:cxnSpMkLst>
            <pc:docMk/>
            <pc:sldMk cId="109857222" sldId="256"/>
            <ac:cxnSpMk id="22" creationId="{88E318F7-FC7A-431F-8100-1D3AB7A24A49}"/>
          </ac:cxnSpMkLst>
        </pc:cxnChg>
        <pc:cxnChg chg="add del">
          <ac:chgData name="Allison Selwah" userId="S::selwah.a@northeastern.edu::00018bcf-d791-40d4-8b2f-6c24bd0a7d7b" providerId="AD" clId="Web-{5B2B6C12-5F05-13A0-40B1-792172FD9870}" dt="2025-04-06T22:36:13.844" v="102"/>
          <ac:cxnSpMkLst>
            <pc:docMk/>
            <pc:sldMk cId="109857222" sldId="256"/>
            <ac:cxnSpMk id="24" creationId="{3AE314AA-B2CA-44AF-9976-293921AA80AC}"/>
          </ac:cxnSpMkLst>
        </pc:cxnChg>
        <pc:cxnChg chg="add">
          <ac:chgData name="Allison Selwah" userId="S::selwah.a@northeastern.edu::00018bcf-d791-40d4-8b2f-6c24bd0a7d7b" providerId="AD" clId="Web-{5B2B6C12-5F05-13A0-40B1-792172FD9870}" dt="2025-04-06T22:36:13.876" v="103"/>
          <ac:cxnSpMkLst>
            <pc:docMk/>
            <pc:sldMk cId="109857222" sldId="256"/>
            <ac:cxnSpMk id="27" creationId="{6356756D-F21A-48D4-A0AC-96B0DEC17B1D}"/>
          </ac:cxnSpMkLst>
        </pc:cxnChg>
        <pc:cxnChg chg="add">
          <ac:chgData name="Allison Selwah" userId="S::selwah.a@northeastern.edu::00018bcf-d791-40d4-8b2f-6c24bd0a7d7b" providerId="AD" clId="Web-{5B2B6C12-5F05-13A0-40B1-792172FD9870}" dt="2025-04-06T22:36:13.876" v="103"/>
          <ac:cxnSpMkLst>
            <pc:docMk/>
            <pc:sldMk cId="109857222" sldId="256"/>
            <ac:cxnSpMk id="28" creationId="{4503744B-1AFB-4A05-9F7B-3FF0FAB07457}"/>
          </ac:cxnSpMkLst>
        </pc:cxnChg>
      </pc:sldChg>
      <pc:sldChg chg="modSp new">
        <pc:chgData name="Allison Selwah" userId="S::selwah.a@northeastern.edu::00018bcf-d791-40d4-8b2f-6c24bd0a7d7b" providerId="AD" clId="Web-{5B2B6C12-5F05-13A0-40B1-792172FD9870}" dt="2025-04-06T23:23:14.453" v="1556" actId="20577"/>
        <pc:sldMkLst>
          <pc:docMk/>
          <pc:sldMk cId="189599157" sldId="257"/>
        </pc:sldMkLst>
        <pc:spChg chg="mod">
          <ac:chgData name="Allison Selwah" userId="S::selwah.a@northeastern.edu::00018bcf-d791-40d4-8b2f-6c24bd0a7d7b" providerId="AD" clId="Web-{5B2B6C12-5F05-13A0-40B1-792172FD9870}" dt="2025-04-06T23:08:56.836" v="1364" actId="20577"/>
          <ac:spMkLst>
            <pc:docMk/>
            <pc:sldMk cId="189599157" sldId="257"/>
            <ac:spMk id="2" creationId="{BD6208B6-C2E0-8585-E75F-B4FEBF937CD5}"/>
          </ac:spMkLst>
        </pc:spChg>
        <pc:spChg chg="mod">
          <ac:chgData name="Allison Selwah" userId="S::selwah.a@northeastern.edu::00018bcf-d791-40d4-8b2f-6c24bd0a7d7b" providerId="AD" clId="Web-{5B2B6C12-5F05-13A0-40B1-792172FD9870}" dt="2025-04-06T23:23:14.453" v="1556" actId="20577"/>
          <ac:spMkLst>
            <pc:docMk/>
            <pc:sldMk cId="189599157" sldId="257"/>
            <ac:spMk id="3" creationId="{14088219-5A0C-E5CC-5B22-85717D18F603}"/>
          </ac:spMkLst>
        </pc:spChg>
      </pc:sldChg>
      <pc:sldChg chg="addSp delSp modSp new del mod setBg">
        <pc:chgData name="Allison Selwah" userId="S::selwah.a@northeastern.edu::00018bcf-d791-40d4-8b2f-6c24bd0a7d7b" providerId="AD" clId="Web-{5B2B6C12-5F05-13A0-40B1-792172FD9870}" dt="2025-04-06T22:27:35.953" v="16"/>
        <pc:sldMkLst>
          <pc:docMk/>
          <pc:sldMk cId="1843203682" sldId="257"/>
        </pc:sldMkLst>
        <pc:spChg chg="mod">
          <ac:chgData name="Allison Selwah" userId="S::selwah.a@northeastern.edu::00018bcf-d791-40d4-8b2f-6c24bd0a7d7b" providerId="AD" clId="Web-{5B2B6C12-5F05-13A0-40B1-792172FD9870}" dt="2025-04-06T22:27:33.078" v="14"/>
          <ac:spMkLst>
            <pc:docMk/>
            <pc:sldMk cId="1843203682" sldId="257"/>
            <ac:spMk id="2" creationId="{7F41C236-F946-02FD-401C-53F7DAACCD1F}"/>
          </ac:spMkLst>
        </pc:spChg>
        <pc:spChg chg="mod">
          <ac:chgData name="Allison Selwah" userId="S::selwah.a@northeastern.edu::00018bcf-d791-40d4-8b2f-6c24bd0a7d7b" providerId="AD" clId="Web-{5B2B6C12-5F05-13A0-40B1-792172FD9870}" dt="2025-04-06T22:27:33.078" v="14"/>
          <ac:spMkLst>
            <pc:docMk/>
            <pc:sldMk cId="1843203682" sldId="257"/>
            <ac:spMk id="3" creationId="{DAE82A3A-D25F-1281-60D1-F3EBADD5E70F}"/>
          </ac:spMkLst>
        </pc:spChg>
        <pc:spChg chg="add del">
          <ac:chgData name="Allison Selwah" userId="S::selwah.a@northeastern.edu::00018bcf-d791-40d4-8b2f-6c24bd0a7d7b" providerId="AD" clId="Web-{5B2B6C12-5F05-13A0-40B1-792172FD9870}" dt="2025-04-06T22:27:33.078" v="14"/>
          <ac:spMkLst>
            <pc:docMk/>
            <pc:sldMk cId="1843203682" sldId="257"/>
            <ac:spMk id="8" creationId="{EA643F3D-681E-4E69-952B-CC8B91F9D39D}"/>
          </ac:spMkLst>
        </pc:spChg>
        <pc:spChg chg="add del">
          <ac:chgData name="Allison Selwah" userId="S::selwah.a@northeastern.edu::00018bcf-d791-40d4-8b2f-6c24bd0a7d7b" providerId="AD" clId="Web-{5B2B6C12-5F05-13A0-40B1-792172FD9870}" dt="2025-04-06T22:27:33.078" v="14"/>
          <ac:spMkLst>
            <pc:docMk/>
            <pc:sldMk cId="1843203682" sldId="257"/>
            <ac:spMk id="10" creationId="{1C582B07-D0F0-4B6B-A5D9-D2F192CB3A4E}"/>
          </ac:spMkLst>
        </pc:spChg>
        <pc:spChg chg="add del">
          <ac:chgData name="Allison Selwah" userId="S::selwah.a@northeastern.edu::00018bcf-d791-40d4-8b2f-6c24bd0a7d7b" providerId="AD" clId="Web-{5B2B6C12-5F05-13A0-40B1-792172FD9870}" dt="2025-04-06T22:27:33.078" v="14"/>
          <ac:spMkLst>
            <pc:docMk/>
            <pc:sldMk cId="1843203682" sldId="257"/>
            <ac:spMk id="12" creationId="{50F87687-1CA1-43AC-8B43-ECDBDF021F67}"/>
          </ac:spMkLst>
        </pc:spChg>
        <pc:spChg chg="add del">
          <ac:chgData name="Allison Selwah" userId="S::selwah.a@northeastern.edu::00018bcf-d791-40d4-8b2f-6c24bd0a7d7b" providerId="AD" clId="Web-{5B2B6C12-5F05-13A0-40B1-792172FD9870}" dt="2025-04-06T22:27:33.078" v="14"/>
          <ac:spMkLst>
            <pc:docMk/>
            <pc:sldMk cId="1843203682" sldId="257"/>
            <ac:spMk id="14" creationId="{DA1A4301-6FFC-4C82-A1FA-7634D8CAA8F5}"/>
          </ac:spMkLst>
        </pc:spChg>
        <pc:grpChg chg="add del">
          <ac:chgData name="Allison Selwah" userId="S::selwah.a@northeastern.edu::00018bcf-d791-40d4-8b2f-6c24bd0a7d7b" providerId="AD" clId="Web-{5B2B6C12-5F05-13A0-40B1-792172FD9870}" dt="2025-04-06T22:27:33.078" v="14"/>
          <ac:grpSpMkLst>
            <pc:docMk/>
            <pc:sldMk cId="1843203682" sldId="257"/>
            <ac:grpSpMk id="16" creationId="{8323DD1D-77DE-48B2-A0A0-6265801531E5}"/>
          </ac:grpSpMkLst>
        </pc:grpChg>
      </pc:sldChg>
      <pc:sldChg chg="addSp delSp modSp add ord replId">
        <pc:chgData name="Allison Selwah" userId="S::selwah.a@northeastern.edu::00018bcf-d791-40d4-8b2f-6c24bd0a7d7b" providerId="AD" clId="Web-{5B2B6C12-5F05-13A0-40B1-792172FD9870}" dt="2025-04-06T23:19:06.993" v="1511"/>
        <pc:sldMkLst>
          <pc:docMk/>
          <pc:sldMk cId="1272478037" sldId="258"/>
        </pc:sldMkLst>
        <pc:spChg chg="mod">
          <ac:chgData name="Allison Selwah" userId="S::selwah.a@northeastern.edu::00018bcf-d791-40d4-8b2f-6c24bd0a7d7b" providerId="AD" clId="Web-{5B2B6C12-5F05-13A0-40B1-792172FD9870}" dt="2025-04-06T23:09:15.899" v="1380" actId="20577"/>
          <ac:spMkLst>
            <pc:docMk/>
            <pc:sldMk cId="1272478037" sldId="258"/>
            <ac:spMk id="2" creationId="{981E416C-57D6-FDE3-39F3-38EFB4106ECC}"/>
          </ac:spMkLst>
        </pc:spChg>
        <pc:spChg chg="del">
          <ac:chgData name="Allison Selwah" userId="S::selwah.a@northeastern.edu::00018bcf-d791-40d4-8b2f-6c24bd0a7d7b" providerId="AD" clId="Web-{5B2B6C12-5F05-13A0-40B1-792172FD9870}" dt="2025-04-06T23:11:53.169" v="1442"/>
          <ac:spMkLst>
            <pc:docMk/>
            <pc:sldMk cId="1272478037" sldId="258"/>
            <ac:spMk id="3" creationId="{A9336EE4-3686-BEDD-7992-FAEB9BFF4807}"/>
          </ac:spMkLst>
        </pc:spChg>
        <pc:spChg chg="add mod">
          <ac:chgData name="Allison Selwah" userId="S::selwah.a@northeastern.edu::00018bcf-d791-40d4-8b2f-6c24bd0a7d7b" providerId="AD" clId="Web-{5B2B6C12-5F05-13A0-40B1-792172FD9870}" dt="2025-04-06T23:19:06.993" v="1511"/>
          <ac:spMkLst>
            <pc:docMk/>
            <pc:sldMk cId="1272478037" sldId="258"/>
            <ac:spMk id="7" creationId="{418195B7-C968-0036-1FC4-BF66B45FE2DF}"/>
          </ac:spMkLst>
        </pc:spChg>
        <pc:picChg chg="add del mod ord">
          <ac:chgData name="Allison Selwah" userId="S::selwah.a@northeastern.edu::00018bcf-d791-40d4-8b2f-6c24bd0a7d7b" providerId="AD" clId="Web-{5B2B6C12-5F05-13A0-40B1-792172FD9870}" dt="2025-04-06T23:11:56.919" v="1445"/>
          <ac:picMkLst>
            <pc:docMk/>
            <pc:sldMk cId="1272478037" sldId="258"/>
            <ac:picMk id="4" creationId="{BEB38CB1-33B0-F849-3BFB-80A19695386C}"/>
          </ac:picMkLst>
        </pc:picChg>
        <pc:picChg chg="add mod">
          <ac:chgData name="Allison Selwah" userId="S::selwah.a@northeastern.edu::00018bcf-d791-40d4-8b2f-6c24bd0a7d7b" providerId="AD" clId="Web-{5B2B6C12-5F05-13A0-40B1-792172FD9870}" dt="2025-04-06T23:12:18.748" v="1451" actId="1076"/>
          <ac:picMkLst>
            <pc:docMk/>
            <pc:sldMk cId="1272478037" sldId="258"/>
            <ac:picMk id="5" creationId="{6464B597-8EF3-F303-2311-5C0F8A303D99}"/>
          </ac:picMkLst>
        </pc:picChg>
      </pc:sldChg>
      <pc:sldChg chg="addSp modSp add mod replId modClrScheme chgLayout">
        <pc:chgData name="Allison Selwah" userId="S::selwah.a@northeastern.edu::00018bcf-d791-40d4-8b2f-6c24bd0a7d7b" providerId="AD" clId="Web-{5B2B6C12-5F05-13A0-40B1-792172FD9870}" dt="2025-04-06T23:21:39.435" v="1532" actId="20577"/>
        <pc:sldMkLst>
          <pc:docMk/>
          <pc:sldMk cId="1990471818" sldId="259"/>
        </pc:sldMkLst>
        <pc:spChg chg="mod ord">
          <ac:chgData name="Allison Selwah" userId="S::selwah.a@northeastern.edu::00018bcf-d791-40d4-8b2f-6c24bd0a7d7b" providerId="AD" clId="Web-{5B2B6C12-5F05-13A0-40B1-792172FD9870}" dt="2025-04-06T22:45:16.328" v="620"/>
          <ac:spMkLst>
            <pc:docMk/>
            <pc:sldMk cId="1990471818" sldId="259"/>
            <ac:spMk id="2" creationId="{61B6B173-054D-4619-30AC-66B2BCF20C99}"/>
          </ac:spMkLst>
        </pc:spChg>
        <pc:spChg chg="mod ord">
          <ac:chgData name="Allison Selwah" userId="S::selwah.a@northeastern.edu::00018bcf-d791-40d4-8b2f-6c24bd0a7d7b" providerId="AD" clId="Web-{5B2B6C12-5F05-13A0-40B1-792172FD9870}" dt="2025-04-06T23:21:39.435" v="1532" actId="20577"/>
          <ac:spMkLst>
            <pc:docMk/>
            <pc:sldMk cId="1990471818" sldId="259"/>
            <ac:spMk id="3" creationId="{9543313A-93A8-383A-F717-7E80B9FDA999}"/>
          </ac:spMkLst>
        </pc:spChg>
        <pc:spChg chg="add mod">
          <ac:chgData name="Allison Selwah" userId="S::selwah.a@northeastern.edu::00018bcf-d791-40d4-8b2f-6c24bd0a7d7b" providerId="AD" clId="Web-{5B2B6C12-5F05-13A0-40B1-792172FD9870}" dt="2025-04-06T22:48:32.865" v="740" actId="20577"/>
          <ac:spMkLst>
            <pc:docMk/>
            <pc:sldMk cId="1990471818" sldId="259"/>
            <ac:spMk id="4" creationId="{1CF0DA12-6011-3009-410B-B9EF1C236AB2}"/>
          </ac:spMkLst>
        </pc:spChg>
        <pc:spChg chg="add mod ord">
          <ac:chgData name="Allison Selwah" userId="S::selwah.a@northeastern.edu::00018bcf-d791-40d4-8b2f-6c24bd0a7d7b" providerId="AD" clId="Web-{5B2B6C12-5F05-13A0-40B1-792172FD9870}" dt="2025-04-06T22:46:55.925" v="728" actId="20577"/>
          <ac:spMkLst>
            <pc:docMk/>
            <pc:sldMk cId="1990471818" sldId="259"/>
            <ac:spMk id="5" creationId="{2D69D65F-AE4A-8CFA-0C0E-B5913D0A0E82}"/>
          </ac:spMkLst>
        </pc:spChg>
      </pc:sldChg>
      <pc:sldChg chg="modSp add del replId">
        <pc:chgData name="Allison Selwah" userId="S::selwah.a@northeastern.edu::00018bcf-d791-40d4-8b2f-6c24bd0a7d7b" providerId="AD" clId="Web-{5B2B6C12-5F05-13A0-40B1-792172FD9870}" dt="2025-04-06T22:47:20.597" v="730"/>
        <pc:sldMkLst>
          <pc:docMk/>
          <pc:sldMk cId="159285540" sldId="260"/>
        </pc:sldMkLst>
        <pc:spChg chg="mod">
          <ac:chgData name="Allison Selwah" userId="S::selwah.a@northeastern.edu::00018bcf-d791-40d4-8b2f-6c24bd0a7d7b" providerId="AD" clId="Web-{5B2B6C12-5F05-13A0-40B1-792172FD9870}" dt="2025-04-06T22:33:01.574" v="68" actId="20577"/>
          <ac:spMkLst>
            <pc:docMk/>
            <pc:sldMk cId="159285540" sldId="260"/>
            <ac:spMk id="2" creationId="{3E6B066C-5BF0-5063-B4EE-493B38FA3A24}"/>
          </ac:spMkLst>
        </pc:spChg>
      </pc:sldChg>
      <pc:sldChg chg="add del replId">
        <pc:chgData name="Allison Selwah" userId="S::selwah.a@northeastern.edu::00018bcf-d791-40d4-8b2f-6c24bd0a7d7b" providerId="AD" clId="Web-{5B2B6C12-5F05-13A0-40B1-792172FD9870}" dt="2025-04-06T22:33:33.512" v="75"/>
        <pc:sldMkLst>
          <pc:docMk/>
          <pc:sldMk cId="280591103" sldId="261"/>
        </pc:sldMkLst>
      </pc:sldChg>
      <pc:sldChg chg="add del replId">
        <pc:chgData name="Allison Selwah" userId="S::selwah.a@northeastern.edu::00018bcf-d791-40d4-8b2f-6c24bd0a7d7b" providerId="AD" clId="Web-{5B2B6C12-5F05-13A0-40B1-792172FD9870}" dt="2025-04-06T22:33:33.512" v="74"/>
        <pc:sldMkLst>
          <pc:docMk/>
          <pc:sldMk cId="2699719103" sldId="262"/>
        </pc:sldMkLst>
      </pc:sldChg>
      <pc:sldChg chg="add del replId">
        <pc:chgData name="Allison Selwah" userId="S::selwah.a@northeastern.edu::00018bcf-d791-40d4-8b2f-6c24bd0a7d7b" providerId="AD" clId="Web-{5B2B6C12-5F05-13A0-40B1-792172FD9870}" dt="2025-04-06T22:33:33.512" v="73"/>
        <pc:sldMkLst>
          <pc:docMk/>
          <pc:sldMk cId="971248226" sldId="263"/>
        </pc:sldMkLst>
      </pc:sldChg>
      <pc:sldChg chg="add del replId">
        <pc:chgData name="Allison Selwah" userId="S::selwah.a@northeastern.edu::00018bcf-d791-40d4-8b2f-6c24bd0a7d7b" providerId="AD" clId="Web-{5B2B6C12-5F05-13A0-40B1-792172FD9870}" dt="2025-04-06T22:33:33.512" v="72"/>
        <pc:sldMkLst>
          <pc:docMk/>
          <pc:sldMk cId="678776322" sldId="264"/>
        </pc:sldMkLst>
      </pc:sldChg>
      <pc:sldChg chg="addSp delSp modSp add ord replId">
        <pc:chgData name="Allison Selwah" userId="S::selwah.a@northeastern.edu::00018bcf-d791-40d4-8b2f-6c24bd0a7d7b" providerId="AD" clId="Web-{5B2B6C12-5F05-13A0-40B1-792172FD9870}" dt="2025-04-06T23:22:28.686" v="1551" actId="20577"/>
        <pc:sldMkLst>
          <pc:docMk/>
          <pc:sldMk cId="3409074232" sldId="265"/>
        </pc:sldMkLst>
        <pc:spChg chg="mod">
          <ac:chgData name="Allison Selwah" userId="S::selwah.a@northeastern.edu::00018bcf-d791-40d4-8b2f-6c24bd0a7d7b" providerId="AD" clId="Web-{5B2B6C12-5F05-13A0-40B1-792172FD9870}" dt="2025-04-06T22:34:32.529" v="76" actId="20577"/>
          <ac:spMkLst>
            <pc:docMk/>
            <pc:sldMk cId="3409074232" sldId="265"/>
            <ac:spMk id="2" creationId="{399634C7-FD49-1F23-A6E8-7CE12C8F0A52}"/>
          </ac:spMkLst>
        </pc:spChg>
        <pc:spChg chg="mod">
          <ac:chgData name="Allison Selwah" userId="S::selwah.a@northeastern.edu::00018bcf-d791-40d4-8b2f-6c24bd0a7d7b" providerId="AD" clId="Web-{5B2B6C12-5F05-13A0-40B1-792172FD9870}" dt="2025-04-06T23:07:20.708" v="1313" actId="20577"/>
          <ac:spMkLst>
            <pc:docMk/>
            <pc:sldMk cId="3409074232" sldId="265"/>
            <ac:spMk id="3" creationId="{011D4AB7-2E05-8F15-3770-E6573DE3E0A2}"/>
          </ac:spMkLst>
        </pc:spChg>
        <pc:spChg chg="add del">
          <ac:chgData name="Allison Selwah" userId="S::selwah.a@northeastern.edu::00018bcf-d791-40d4-8b2f-6c24bd0a7d7b" providerId="AD" clId="Web-{5B2B6C12-5F05-13A0-40B1-792172FD9870}" dt="2025-04-06T22:48:40.506" v="742"/>
          <ac:spMkLst>
            <pc:docMk/>
            <pc:sldMk cId="3409074232" sldId="265"/>
            <ac:spMk id="5" creationId="{6307CEA6-9E7C-B494-EACD-367DF55BB864}"/>
          </ac:spMkLst>
        </pc:spChg>
        <pc:spChg chg="add mod">
          <ac:chgData name="Allison Selwah" userId="S::selwah.a@northeastern.edu::00018bcf-d791-40d4-8b2f-6c24bd0a7d7b" providerId="AD" clId="Web-{5B2B6C12-5F05-13A0-40B1-792172FD9870}" dt="2025-04-06T23:22:28.686" v="1551" actId="20577"/>
          <ac:spMkLst>
            <pc:docMk/>
            <pc:sldMk cId="3409074232" sldId="265"/>
            <ac:spMk id="7" creationId="{D8782D74-0C16-4F8E-B5C4-D7348301275F}"/>
          </ac:spMkLst>
        </pc:spChg>
      </pc:sldChg>
      <pc:sldChg chg="modSp add replId">
        <pc:chgData name="Allison Selwah" userId="S::selwah.a@northeastern.edu::00018bcf-d791-40d4-8b2f-6c24bd0a7d7b" providerId="AD" clId="Web-{5B2B6C12-5F05-13A0-40B1-792172FD9870}" dt="2025-04-06T23:07:51.318" v="1322" actId="20577"/>
        <pc:sldMkLst>
          <pc:docMk/>
          <pc:sldMk cId="15281401" sldId="266"/>
        </pc:sldMkLst>
        <pc:spChg chg="mod">
          <ac:chgData name="Allison Selwah" userId="S::selwah.a@northeastern.edu::00018bcf-d791-40d4-8b2f-6c24bd0a7d7b" providerId="AD" clId="Web-{5B2B6C12-5F05-13A0-40B1-792172FD9870}" dt="2025-04-06T23:07:51.318" v="1322" actId="20577"/>
          <ac:spMkLst>
            <pc:docMk/>
            <pc:sldMk cId="15281401" sldId="266"/>
            <ac:spMk id="2" creationId="{D6979B53-1145-A324-8E9E-91B00A541B3F}"/>
          </ac:spMkLst>
        </pc:spChg>
        <pc:spChg chg="mod">
          <ac:chgData name="Allison Selwah" userId="S::selwah.a@northeastern.edu::00018bcf-d791-40d4-8b2f-6c24bd0a7d7b" providerId="AD" clId="Web-{5B2B6C12-5F05-13A0-40B1-792172FD9870}" dt="2025-04-06T23:07:03.817" v="1307" actId="1076"/>
          <ac:spMkLst>
            <pc:docMk/>
            <pc:sldMk cId="15281401" sldId="266"/>
            <ac:spMk id="3" creationId="{2F6D6BCD-5454-F4BD-4090-486001331463}"/>
          </ac:spMkLst>
        </pc:spChg>
      </pc:sldChg>
      <pc:sldChg chg="addSp delSp modSp add mod ord replId modClrScheme chgLayout">
        <pc:chgData name="Allison Selwah" userId="S::selwah.a@northeastern.edu::00018bcf-d791-40d4-8b2f-6c24bd0a7d7b" providerId="AD" clId="Web-{5B2B6C12-5F05-13A0-40B1-792172FD9870}" dt="2025-04-06T22:58:34.834" v="1177" actId="1076"/>
        <pc:sldMkLst>
          <pc:docMk/>
          <pc:sldMk cId="2347594403" sldId="267"/>
        </pc:sldMkLst>
        <pc:spChg chg="mod ord">
          <ac:chgData name="Allison Selwah" userId="S::selwah.a@northeastern.edu::00018bcf-d791-40d4-8b2f-6c24bd0a7d7b" providerId="AD" clId="Web-{5B2B6C12-5F05-13A0-40B1-792172FD9870}" dt="2025-04-06T22:55:00.203" v="1143"/>
          <ac:spMkLst>
            <pc:docMk/>
            <pc:sldMk cId="2347594403" sldId="267"/>
            <ac:spMk id="2" creationId="{B49730CE-52FF-17CF-60BA-38CEE4575537}"/>
          </ac:spMkLst>
        </pc:spChg>
        <pc:spChg chg="del mod ord">
          <ac:chgData name="Allison Selwah" userId="S::selwah.a@northeastern.edu::00018bcf-d791-40d4-8b2f-6c24bd0a7d7b" providerId="AD" clId="Web-{5B2B6C12-5F05-13A0-40B1-792172FD9870}" dt="2025-04-06T22:55:12.501" v="1144"/>
          <ac:spMkLst>
            <pc:docMk/>
            <pc:sldMk cId="2347594403" sldId="267"/>
            <ac:spMk id="3" creationId="{BBFD1BCF-4466-51B5-2C35-5486C3B5F9D4}"/>
          </ac:spMkLst>
        </pc:spChg>
        <pc:spChg chg="add mod ord">
          <ac:chgData name="Allison Selwah" userId="S::selwah.a@northeastern.edu::00018bcf-d791-40d4-8b2f-6c24bd0a7d7b" providerId="AD" clId="Web-{5B2B6C12-5F05-13A0-40B1-792172FD9870}" dt="2025-04-06T22:58:34.834" v="1177" actId="1076"/>
          <ac:spMkLst>
            <pc:docMk/>
            <pc:sldMk cId="2347594403" sldId="267"/>
            <ac:spMk id="4" creationId="{D69F2F9F-DB77-3C2C-B17F-7C73F4C195AB}"/>
          </ac:spMkLst>
        </pc:spChg>
        <pc:spChg chg="add del mod">
          <ac:chgData name="Allison Selwah" userId="S::selwah.a@northeastern.edu::00018bcf-d791-40d4-8b2f-6c24bd0a7d7b" providerId="AD" clId="Web-{5B2B6C12-5F05-13A0-40B1-792172FD9870}" dt="2025-04-06T22:56:12.987" v="1154"/>
          <ac:spMkLst>
            <pc:docMk/>
            <pc:sldMk cId="2347594403" sldId="267"/>
            <ac:spMk id="7" creationId="{DC044E9A-4AA5-F7F1-6534-039327EC9A02}"/>
          </ac:spMkLst>
        </pc:spChg>
        <pc:spChg chg="add del mod">
          <ac:chgData name="Allison Selwah" userId="S::selwah.a@northeastern.edu::00018bcf-d791-40d4-8b2f-6c24bd0a7d7b" providerId="AD" clId="Web-{5B2B6C12-5F05-13A0-40B1-792172FD9870}" dt="2025-04-06T22:56:27.331" v="1156"/>
          <ac:spMkLst>
            <pc:docMk/>
            <pc:sldMk cId="2347594403" sldId="267"/>
            <ac:spMk id="10" creationId="{ABCABACB-3C95-EAC2-A147-E5616CF59E69}"/>
          </ac:spMkLst>
        </pc:spChg>
        <pc:picChg chg="add del mod ord">
          <ac:chgData name="Allison Selwah" userId="S::selwah.a@northeastern.edu::00018bcf-d791-40d4-8b2f-6c24bd0a7d7b" providerId="AD" clId="Web-{5B2B6C12-5F05-13A0-40B1-792172FD9870}" dt="2025-04-06T22:56:08.768" v="1153"/>
          <ac:picMkLst>
            <pc:docMk/>
            <pc:sldMk cId="2347594403" sldId="267"/>
            <ac:picMk id="5" creationId="{9B13C0F3-8531-DD8E-BEC8-0B13FE0BC0BB}"/>
          </ac:picMkLst>
        </pc:picChg>
        <pc:picChg chg="add del mod ord">
          <ac:chgData name="Allison Selwah" userId="S::selwah.a@northeastern.edu::00018bcf-d791-40d4-8b2f-6c24bd0a7d7b" providerId="AD" clId="Web-{5B2B6C12-5F05-13A0-40B1-792172FD9870}" dt="2025-04-06T22:56:25.190" v="1155"/>
          <ac:picMkLst>
            <pc:docMk/>
            <pc:sldMk cId="2347594403" sldId="267"/>
            <ac:picMk id="8" creationId="{60E9C610-7609-01D5-A600-F321E270BF1C}"/>
          </ac:picMkLst>
        </pc:picChg>
        <pc:picChg chg="add mod">
          <ac:chgData name="Allison Selwah" userId="S::selwah.a@northeastern.edu::00018bcf-d791-40d4-8b2f-6c24bd0a7d7b" providerId="AD" clId="Web-{5B2B6C12-5F05-13A0-40B1-792172FD9870}" dt="2025-04-06T22:58:29.287" v="1176" actId="1076"/>
          <ac:picMkLst>
            <pc:docMk/>
            <pc:sldMk cId="2347594403" sldId="267"/>
            <ac:picMk id="11" creationId="{379981EF-C011-282D-A1AD-E49BB59DC824}"/>
          </ac:picMkLst>
        </pc:picChg>
      </pc:sldChg>
      <pc:sldChg chg="modSp add ord replId">
        <pc:chgData name="Allison Selwah" userId="S::selwah.a@northeastern.edu::00018bcf-d791-40d4-8b2f-6c24bd0a7d7b" providerId="AD" clId="Web-{5B2B6C12-5F05-13A0-40B1-792172FD9870}" dt="2025-04-06T23:09:20.665" v="1382"/>
        <pc:sldMkLst>
          <pc:docMk/>
          <pc:sldMk cId="2767609277" sldId="268"/>
        </pc:sldMkLst>
        <pc:spChg chg="mod">
          <ac:chgData name="Allison Selwah" userId="S::selwah.a@northeastern.edu::00018bcf-d791-40d4-8b2f-6c24bd0a7d7b" providerId="AD" clId="Web-{5B2B6C12-5F05-13A0-40B1-792172FD9870}" dt="2025-04-06T23:08:01.319" v="1331" actId="20577"/>
          <ac:spMkLst>
            <pc:docMk/>
            <pc:sldMk cId="2767609277" sldId="268"/>
            <ac:spMk id="2" creationId="{FADB908D-462E-14F0-2319-337FA44105D1}"/>
          </ac:spMkLst>
        </pc:spChg>
        <pc:spChg chg="mod">
          <ac:chgData name="Allison Selwah" userId="S::selwah.a@northeastern.edu::00018bcf-d791-40d4-8b2f-6c24bd0a7d7b" providerId="AD" clId="Web-{5B2B6C12-5F05-13A0-40B1-792172FD9870}" dt="2025-04-06T23:08:22.679" v="1336" actId="20577"/>
          <ac:spMkLst>
            <pc:docMk/>
            <pc:sldMk cId="2767609277" sldId="268"/>
            <ac:spMk id="3" creationId="{A1B9363A-25F3-5D15-AE8F-B2D4B6FB14CA}"/>
          </ac:spMkLst>
        </pc:spChg>
      </pc:sldChg>
      <pc:sldChg chg="modSp add ord replId">
        <pc:chgData name="Allison Selwah" userId="S::selwah.a@northeastern.edu::00018bcf-d791-40d4-8b2f-6c24bd0a7d7b" providerId="AD" clId="Web-{5B2B6C12-5F05-13A0-40B1-792172FD9870}" dt="2025-04-06T23:23:53.376" v="1557" actId="20577"/>
        <pc:sldMkLst>
          <pc:docMk/>
          <pc:sldMk cId="140416164" sldId="269"/>
        </pc:sldMkLst>
        <pc:spChg chg="mod">
          <ac:chgData name="Allison Selwah" userId="S::selwah.a@northeastern.edu::00018bcf-d791-40d4-8b2f-6c24bd0a7d7b" providerId="AD" clId="Web-{5B2B6C12-5F05-13A0-40B1-792172FD9870}" dt="2025-04-06T22:40:40.383" v="388" actId="20577"/>
          <ac:spMkLst>
            <pc:docMk/>
            <pc:sldMk cId="140416164" sldId="269"/>
            <ac:spMk id="2" creationId="{A55C195A-E759-90BB-E04B-16495DB39C42}"/>
          </ac:spMkLst>
        </pc:spChg>
        <pc:spChg chg="mod">
          <ac:chgData name="Allison Selwah" userId="S::selwah.a@northeastern.edu::00018bcf-d791-40d4-8b2f-6c24bd0a7d7b" providerId="AD" clId="Web-{5B2B6C12-5F05-13A0-40B1-792172FD9870}" dt="2025-04-06T23:23:53.376" v="1557" actId="20577"/>
          <ac:spMkLst>
            <pc:docMk/>
            <pc:sldMk cId="140416164" sldId="269"/>
            <ac:spMk id="3" creationId="{561DF218-F7FB-7990-FCA8-A1470EFEF72E}"/>
          </ac:spMkLst>
        </pc:spChg>
      </pc:sldChg>
      <pc:sldChg chg="delSp modSp add replId">
        <pc:chgData name="Allison Selwah" userId="S::selwah.a@northeastern.edu::00018bcf-d791-40d4-8b2f-6c24bd0a7d7b" providerId="AD" clId="Web-{5B2B6C12-5F05-13A0-40B1-792172FD9870}" dt="2025-04-06T22:53:41.701" v="1111" actId="20577"/>
        <pc:sldMkLst>
          <pc:docMk/>
          <pc:sldMk cId="2131572460" sldId="270"/>
        </pc:sldMkLst>
        <pc:spChg chg="mod">
          <ac:chgData name="Allison Selwah" userId="S::selwah.a@northeastern.edu::00018bcf-d791-40d4-8b2f-6c24bd0a7d7b" providerId="AD" clId="Web-{5B2B6C12-5F05-13A0-40B1-792172FD9870}" dt="2025-04-06T22:47:28.769" v="738" actId="20577"/>
          <ac:spMkLst>
            <pc:docMk/>
            <pc:sldMk cId="2131572460" sldId="270"/>
            <ac:spMk id="2" creationId="{6D74B569-0D6D-63BE-727F-2349F57C99DE}"/>
          </ac:spMkLst>
        </pc:spChg>
        <pc:spChg chg="mod">
          <ac:chgData name="Allison Selwah" userId="S::selwah.a@northeastern.edu::00018bcf-d791-40d4-8b2f-6c24bd0a7d7b" providerId="AD" clId="Web-{5B2B6C12-5F05-13A0-40B1-792172FD9870}" dt="2025-04-06T22:53:31.967" v="1109" actId="20577"/>
          <ac:spMkLst>
            <pc:docMk/>
            <pc:sldMk cId="2131572460" sldId="270"/>
            <ac:spMk id="3" creationId="{4856C2BF-D621-DF8F-6069-0EB08345C3B3}"/>
          </ac:spMkLst>
        </pc:spChg>
        <pc:spChg chg="del">
          <ac:chgData name="Allison Selwah" userId="S::selwah.a@northeastern.edu::00018bcf-d791-40d4-8b2f-6c24bd0a7d7b" providerId="AD" clId="Web-{5B2B6C12-5F05-13A0-40B1-792172FD9870}" dt="2025-04-06T22:48:37.552" v="741"/>
          <ac:spMkLst>
            <pc:docMk/>
            <pc:sldMk cId="2131572460" sldId="270"/>
            <ac:spMk id="4" creationId="{82E43134-6A32-47AF-A806-0BD2DC17EEDD}"/>
          </ac:spMkLst>
        </pc:spChg>
        <pc:spChg chg="mod">
          <ac:chgData name="Allison Selwah" userId="S::selwah.a@northeastern.edu::00018bcf-d791-40d4-8b2f-6c24bd0a7d7b" providerId="AD" clId="Web-{5B2B6C12-5F05-13A0-40B1-792172FD9870}" dt="2025-04-06T22:53:41.701" v="1111" actId="20577"/>
          <ac:spMkLst>
            <pc:docMk/>
            <pc:sldMk cId="2131572460" sldId="270"/>
            <ac:spMk id="5" creationId="{0C052A2B-4545-4EB8-2ACD-9D073677374D}"/>
          </ac:spMkLst>
        </pc:spChg>
      </pc:sldChg>
      <pc:sldChg chg="addSp delSp modSp add replId">
        <pc:chgData name="Allison Selwah" userId="S::selwah.a@northeastern.edu::00018bcf-d791-40d4-8b2f-6c24bd0a7d7b" providerId="AD" clId="Web-{5B2B6C12-5F05-13A0-40B1-792172FD9870}" dt="2025-04-06T23:01:01.448" v="1204" actId="1076"/>
        <pc:sldMkLst>
          <pc:docMk/>
          <pc:sldMk cId="3040937749" sldId="271"/>
        </pc:sldMkLst>
        <pc:spChg chg="mod">
          <ac:chgData name="Allison Selwah" userId="S::selwah.a@northeastern.edu::00018bcf-d791-40d4-8b2f-6c24bd0a7d7b" providerId="AD" clId="Web-{5B2B6C12-5F05-13A0-40B1-792172FD9870}" dt="2025-04-06T22:59:19.054" v="1191" actId="1076"/>
          <ac:spMkLst>
            <pc:docMk/>
            <pc:sldMk cId="3040937749" sldId="271"/>
            <ac:spMk id="2" creationId="{E9862680-85BE-5BDB-7241-857A7EC3E430}"/>
          </ac:spMkLst>
        </pc:spChg>
        <pc:spChg chg="mod">
          <ac:chgData name="Allison Selwah" userId="S::selwah.a@northeastern.edu::00018bcf-d791-40d4-8b2f-6c24bd0a7d7b" providerId="AD" clId="Web-{5B2B6C12-5F05-13A0-40B1-792172FD9870}" dt="2025-04-06T23:01:01.448" v="1204" actId="1076"/>
          <ac:spMkLst>
            <pc:docMk/>
            <pc:sldMk cId="3040937749" sldId="271"/>
            <ac:spMk id="4" creationId="{1F269275-0101-8E13-190B-DC0BA7661EC6}"/>
          </ac:spMkLst>
        </pc:spChg>
        <pc:picChg chg="add mod">
          <ac:chgData name="Allison Selwah" userId="S::selwah.a@northeastern.edu::00018bcf-d791-40d4-8b2f-6c24bd0a7d7b" providerId="AD" clId="Web-{5B2B6C12-5F05-13A0-40B1-792172FD9870}" dt="2025-04-06T23:00:38.260" v="1199" actId="14100"/>
          <ac:picMkLst>
            <pc:docMk/>
            <pc:sldMk cId="3040937749" sldId="271"/>
            <ac:picMk id="3" creationId="{3CBB242D-DCBC-4110-4784-026941EF23C5}"/>
          </ac:picMkLst>
        </pc:picChg>
        <pc:picChg chg="del">
          <ac:chgData name="Allison Selwah" userId="S::selwah.a@northeastern.edu::00018bcf-d791-40d4-8b2f-6c24bd0a7d7b" providerId="AD" clId="Web-{5B2B6C12-5F05-13A0-40B1-792172FD9870}" dt="2025-04-06T22:59:26.742" v="1192"/>
          <ac:picMkLst>
            <pc:docMk/>
            <pc:sldMk cId="3040937749" sldId="271"/>
            <ac:picMk id="11" creationId="{9722BFBB-8205-E7E6-7387-B6F1A7E4BF5B}"/>
          </ac:picMkLst>
        </pc:picChg>
      </pc:sldChg>
      <pc:sldChg chg="modSp add replId">
        <pc:chgData name="Allison Selwah" userId="S::selwah.a@northeastern.edu::00018bcf-d791-40d4-8b2f-6c24bd0a7d7b" providerId="AD" clId="Web-{5B2B6C12-5F05-13A0-40B1-792172FD9870}" dt="2025-04-06T23:07:57.209" v="1323" actId="20577"/>
        <pc:sldMkLst>
          <pc:docMk/>
          <pc:sldMk cId="1957465209" sldId="272"/>
        </pc:sldMkLst>
        <pc:spChg chg="mod">
          <ac:chgData name="Allison Selwah" userId="S::selwah.a@northeastern.edu::00018bcf-d791-40d4-8b2f-6c24bd0a7d7b" providerId="AD" clId="Web-{5B2B6C12-5F05-13A0-40B1-792172FD9870}" dt="2025-04-06T23:07:57.209" v="1323" actId="20577"/>
          <ac:spMkLst>
            <pc:docMk/>
            <pc:sldMk cId="1957465209" sldId="272"/>
            <ac:spMk id="2" creationId="{C8770E04-D980-86C2-3572-D62A2A00583B}"/>
          </ac:spMkLst>
        </pc:spChg>
        <pc:spChg chg="mod">
          <ac:chgData name="Allison Selwah" userId="S::selwah.a@northeastern.edu::00018bcf-d791-40d4-8b2f-6c24bd0a7d7b" providerId="AD" clId="Web-{5B2B6C12-5F05-13A0-40B1-792172FD9870}" dt="2025-04-06T23:06:59.723" v="1306" actId="1076"/>
          <ac:spMkLst>
            <pc:docMk/>
            <pc:sldMk cId="1957465209" sldId="272"/>
            <ac:spMk id="3" creationId="{1A115BC2-AB85-A349-5424-ECD92A5C1B5E}"/>
          </ac:spMkLst>
        </pc:spChg>
      </pc:sldChg>
      <pc:sldChg chg="addSp delSp modSp add replId">
        <pc:chgData name="Allison Selwah" userId="S::selwah.a@northeastern.edu::00018bcf-d791-40d4-8b2f-6c24bd0a7d7b" providerId="AD" clId="Web-{5B2B6C12-5F05-13A0-40B1-792172FD9870}" dt="2025-04-06T23:19:14.181" v="1512"/>
        <pc:sldMkLst>
          <pc:docMk/>
          <pc:sldMk cId="3049288267" sldId="273"/>
        </pc:sldMkLst>
        <pc:spChg chg="mod">
          <ac:chgData name="Allison Selwah" userId="S::selwah.a@northeastern.edu::00018bcf-d791-40d4-8b2f-6c24bd0a7d7b" providerId="AD" clId="Web-{5B2B6C12-5F05-13A0-40B1-792172FD9870}" dt="2025-04-06T23:09:33.806" v="1397" actId="20577"/>
          <ac:spMkLst>
            <pc:docMk/>
            <pc:sldMk cId="3049288267" sldId="273"/>
            <ac:spMk id="2" creationId="{51C3DC55-CB6C-D75A-3B9A-17D6602C5577}"/>
          </ac:spMkLst>
        </pc:spChg>
        <pc:spChg chg="del">
          <ac:chgData name="Allison Selwah" userId="S::selwah.a@northeastern.edu::00018bcf-d791-40d4-8b2f-6c24bd0a7d7b" providerId="AD" clId="Web-{5B2B6C12-5F05-13A0-40B1-792172FD9870}" dt="2025-04-06T23:11:10.402" v="1432"/>
          <ac:spMkLst>
            <pc:docMk/>
            <pc:sldMk cId="3049288267" sldId="273"/>
            <ac:spMk id="3" creationId="{D5947FA3-E4DC-56CE-5493-C8A8D5B29985}"/>
          </ac:spMkLst>
        </pc:spChg>
        <pc:spChg chg="add mod">
          <ac:chgData name="Allison Selwah" userId="S::selwah.a@northeastern.edu::00018bcf-d791-40d4-8b2f-6c24bd0a7d7b" providerId="AD" clId="Web-{5B2B6C12-5F05-13A0-40B1-792172FD9870}" dt="2025-04-06T23:19:14.181" v="1512"/>
          <ac:spMkLst>
            <pc:docMk/>
            <pc:sldMk cId="3049288267" sldId="273"/>
            <ac:spMk id="7" creationId="{9748BB1A-5413-83F9-D48B-6DAF6B5151F5}"/>
          </ac:spMkLst>
        </pc:spChg>
        <pc:picChg chg="add del mod ord">
          <ac:chgData name="Allison Selwah" userId="S::selwah.a@northeastern.edu::00018bcf-d791-40d4-8b2f-6c24bd0a7d7b" providerId="AD" clId="Web-{5B2B6C12-5F05-13A0-40B1-792172FD9870}" dt="2025-04-06T23:11:20.105" v="1435"/>
          <ac:picMkLst>
            <pc:docMk/>
            <pc:sldMk cId="3049288267" sldId="273"/>
            <ac:picMk id="4" creationId="{1E7D063E-F156-EB8E-AA92-BC3B623F9764}"/>
          </ac:picMkLst>
        </pc:picChg>
        <pc:picChg chg="add mod modCrop">
          <ac:chgData name="Allison Selwah" userId="S::selwah.a@northeastern.edu::00018bcf-d791-40d4-8b2f-6c24bd0a7d7b" providerId="AD" clId="Web-{5B2B6C12-5F05-13A0-40B1-792172FD9870}" dt="2025-04-06T23:13:52.266" v="1470" actId="1076"/>
          <ac:picMkLst>
            <pc:docMk/>
            <pc:sldMk cId="3049288267" sldId="273"/>
            <ac:picMk id="5" creationId="{CF4EA5A1-087E-39BC-1C83-305AD0A17998}"/>
          </ac:picMkLst>
        </pc:picChg>
      </pc:sldChg>
      <pc:sldChg chg="addSp delSp modSp add replId">
        <pc:chgData name="Allison Selwah" userId="S::selwah.a@northeastern.edu::00018bcf-d791-40d4-8b2f-6c24bd0a7d7b" providerId="AD" clId="Web-{5B2B6C12-5F05-13A0-40B1-792172FD9870}" dt="2025-04-06T23:19:23.650" v="1515"/>
        <pc:sldMkLst>
          <pc:docMk/>
          <pc:sldMk cId="633445547" sldId="274"/>
        </pc:sldMkLst>
        <pc:spChg chg="mod">
          <ac:chgData name="Allison Selwah" userId="S::selwah.a@northeastern.edu::00018bcf-d791-40d4-8b2f-6c24bd0a7d7b" providerId="AD" clId="Web-{5B2B6C12-5F05-13A0-40B1-792172FD9870}" dt="2025-04-06T23:09:41.681" v="1411" actId="20577"/>
          <ac:spMkLst>
            <pc:docMk/>
            <pc:sldMk cId="633445547" sldId="274"/>
            <ac:spMk id="2" creationId="{74E170CB-2E91-049C-A3DE-AC254A50D21A}"/>
          </ac:spMkLst>
        </pc:spChg>
        <pc:spChg chg="del">
          <ac:chgData name="Allison Selwah" userId="S::selwah.a@northeastern.edu::00018bcf-d791-40d4-8b2f-6c24bd0a7d7b" providerId="AD" clId="Web-{5B2B6C12-5F05-13A0-40B1-792172FD9870}" dt="2025-04-06T23:10:49.683" v="1429"/>
          <ac:spMkLst>
            <pc:docMk/>
            <pc:sldMk cId="633445547" sldId="274"/>
            <ac:spMk id="3" creationId="{342CCC05-C2DA-458D-9435-9F55BE3AA921}"/>
          </ac:spMkLst>
        </pc:spChg>
        <pc:spChg chg="add del mod">
          <ac:chgData name="Allison Selwah" userId="S::selwah.a@northeastern.edu::00018bcf-d791-40d4-8b2f-6c24bd0a7d7b" providerId="AD" clId="Web-{5B2B6C12-5F05-13A0-40B1-792172FD9870}" dt="2025-04-06T23:12:39.467" v="1453"/>
          <ac:spMkLst>
            <pc:docMk/>
            <pc:sldMk cId="633445547" sldId="274"/>
            <ac:spMk id="6" creationId="{E86AB9ED-985F-AD13-6154-E7FBDAC2D218}"/>
          </ac:spMkLst>
        </pc:spChg>
        <pc:spChg chg="add mod">
          <ac:chgData name="Allison Selwah" userId="S::selwah.a@northeastern.edu::00018bcf-d791-40d4-8b2f-6c24bd0a7d7b" providerId="AD" clId="Web-{5B2B6C12-5F05-13A0-40B1-792172FD9870}" dt="2025-04-06T23:19:23.650" v="1515"/>
          <ac:spMkLst>
            <pc:docMk/>
            <pc:sldMk cId="633445547" sldId="274"/>
            <ac:spMk id="10" creationId="{0791E1A1-C55C-CFC2-B121-018FA60E598B}"/>
          </ac:spMkLst>
        </pc:spChg>
        <pc:picChg chg="add del mod ord">
          <ac:chgData name="Allison Selwah" userId="S::selwah.a@northeastern.edu::00018bcf-d791-40d4-8b2f-6c24bd0a7d7b" providerId="AD" clId="Web-{5B2B6C12-5F05-13A0-40B1-792172FD9870}" dt="2025-04-06T23:12:32.420" v="1452"/>
          <ac:picMkLst>
            <pc:docMk/>
            <pc:sldMk cId="633445547" sldId="274"/>
            <ac:picMk id="4" creationId="{8846B9B1-7B30-4B5B-963F-8F83670061D2}"/>
          </ac:picMkLst>
        </pc:picChg>
        <pc:picChg chg="add del mod ord">
          <ac:chgData name="Allison Selwah" userId="S::selwah.a@northeastern.edu::00018bcf-d791-40d4-8b2f-6c24bd0a7d7b" providerId="AD" clId="Web-{5B2B6C12-5F05-13A0-40B1-792172FD9870}" dt="2025-04-06T23:12:42.389" v="1456"/>
          <ac:picMkLst>
            <pc:docMk/>
            <pc:sldMk cId="633445547" sldId="274"/>
            <ac:picMk id="7" creationId="{5C53046F-AF59-8BA2-8F83-670BCB7D0486}"/>
          </ac:picMkLst>
        </pc:picChg>
        <pc:picChg chg="add mod">
          <ac:chgData name="Allison Selwah" userId="S::selwah.a@northeastern.edu::00018bcf-d791-40d4-8b2f-6c24bd0a7d7b" providerId="AD" clId="Web-{5B2B6C12-5F05-13A0-40B1-792172FD9870}" dt="2025-04-06T23:13:23.327" v="1465" actId="14100"/>
          <ac:picMkLst>
            <pc:docMk/>
            <pc:sldMk cId="633445547" sldId="274"/>
            <ac:picMk id="8" creationId="{9761CB4E-B2A3-2438-D676-523900789653}"/>
          </ac:picMkLst>
        </pc:picChg>
      </pc:sldChg>
      <pc:sldChg chg="addSp delSp modSp add replId">
        <pc:chgData name="Allison Selwah" userId="S::selwah.a@northeastern.edu::00018bcf-d791-40d4-8b2f-6c24bd0a7d7b" providerId="AD" clId="Web-{5B2B6C12-5F05-13A0-40B1-792172FD9870}" dt="2025-04-06T23:19:35.135" v="1519"/>
        <pc:sldMkLst>
          <pc:docMk/>
          <pc:sldMk cId="381053948" sldId="275"/>
        </pc:sldMkLst>
        <pc:spChg chg="mod">
          <ac:chgData name="Allison Selwah" userId="S::selwah.a@northeastern.edu::00018bcf-d791-40d4-8b2f-6c24bd0a7d7b" providerId="AD" clId="Web-{5B2B6C12-5F05-13A0-40B1-792172FD9870}" dt="2025-04-06T23:09:56.322" v="1420" actId="20577"/>
          <ac:spMkLst>
            <pc:docMk/>
            <pc:sldMk cId="381053948" sldId="275"/>
            <ac:spMk id="2" creationId="{BD566B66-8116-CD8E-BF89-C38FBC158A38}"/>
          </ac:spMkLst>
        </pc:spChg>
        <pc:spChg chg="add del mod">
          <ac:chgData name="Allison Selwah" userId="S::selwah.a@northeastern.edu::00018bcf-d791-40d4-8b2f-6c24bd0a7d7b" providerId="AD" clId="Web-{5B2B6C12-5F05-13A0-40B1-792172FD9870}" dt="2025-04-06T23:10:29.073" v="1425"/>
          <ac:spMkLst>
            <pc:docMk/>
            <pc:sldMk cId="381053948" sldId="275"/>
            <ac:spMk id="3" creationId="{B681F704-506B-58A2-03F9-FEA5DFABD85A}"/>
          </ac:spMkLst>
        </pc:spChg>
        <pc:spChg chg="add del mod">
          <ac:chgData name="Allison Selwah" userId="S::selwah.a@northeastern.edu::00018bcf-d791-40d4-8b2f-6c24bd0a7d7b" providerId="AD" clId="Web-{5B2B6C12-5F05-13A0-40B1-792172FD9870}" dt="2025-04-06T23:14:03.922" v="1472"/>
          <ac:spMkLst>
            <pc:docMk/>
            <pc:sldMk cId="381053948" sldId="275"/>
            <ac:spMk id="7" creationId="{007689D2-F47B-252E-38E6-06442F439F6A}"/>
          </ac:spMkLst>
        </pc:spChg>
        <pc:spChg chg="add mod">
          <ac:chgData name="Allison Selwah" userId="S::selwah.a@northeastern.edu::00018bcf-d791-40d4-8b2f-6c24bd0a7d7b" providerId="AD" clId="Web-{5B2B6C12-5F05-13A0-40B1-792172FD9870}" dt="2025-04-06T23:19:35.135" v="1519"/>
          <ac:spMkLst>
            <pc:docMk/>
            <pc:sldMk cId="381053948" sldId="275"/>
            <ac:spMk id="11" creationId="{E6083440-343A-1AB4-298D-84432362824B}"/>
          </ac:spMkLst>
        </pc:spChg>
        <pc:picChg chg="add del mod ord">
          <ac:chgData name="Allison Selwah" userId="S::selwah.a@northeastern.edu::00018bcf-d791-40d4-8b2f-6c24bd0a7d7b" providerId="AD" clId="Web-{5B2B6C12-5F05-13A0-40B1-792172FD9870}" dt="2025-04-06T23:10:23.369" v="1424"/>
          <ac:picMkLst>
            <pc:docMk/>
            <pc:sldMk cId="381053948" sldId="275"/>
            <ac:picMk id="4" creationId="{1BB5A96B-3F54-7DFF-A2D3-B161FA537502}"/>
          </ac:picMkLst>
        </pc:picChg>
        <pc:picChg chg="add del mod ord">
          <ac:chgData name="Allison Selwah" userId="S::selwah.a@northeastern.edu::00018bcf-d791-40d4-8b2f-6c24bd0a7d7b" providerId="AD" clId="Web-{5B2B6C12-5F05-13A0-40B1-792172FD9870}" dt="2025-04-06T23:13:56.625" v="1471"/>
          <ac:picMkLst>
            <pc:docMk/>
            <pc:sldMk cId="381053948" sldId="275"/>
            <ac:picMk id="5" creationId="{03DC1AC1-0216-54DB-58AB-3D4E2282B39D}"/>
          </ac:picMkLst>
        </pc:picChg>
        <pc:picChg chg="add del mod ord">
          <ac:chgData name="Allison Selwah" userId="S::selwah.a@northeastern.edu::00018bcf-d791-40d4-8b2f-6c24bd0a7d7b" providerId="AD" clId="Web-{5B2B6C12-5F05-13A0-40B1-792172FD9870}" dt="2025-04-06T23:14:06.376" v="1475"/>
          <ac:picMkLst>
            <pc:docMk/>
            <pc:sldMk cId="381053948" sldId="275"/>
            <ac:picMk id="8" creationId="{CD13B9AE-8E45-1573-9D91-37EDFD28E1CC}"/>
          </ac:picMkLst>
        </pc:picChg>
        <pc:picChg chg="add mod">
          <ac:chgData name="Allison Selwah" userId="S::selwah.a@northeastern.edu::00018bcf-d791-40d4-8b2f-6c24bd0a7d7b" providerId="AD" clId="Web-{5B2B6C12-5F05-13A0-40B1-792172FD9870}" dt="2025-04-06T23:14:22.282" v="1478" actId="1076"/>
          <ac:picMkLst>
            <pc:docMk/>
            <pc:sldMk cId="381053948" sldId="275"/>
            <ac:picMk id="9" creationId="{59A7F95F-099A-53E7-9410-5D5DB28E4D0F}"/>
          </ac:picMkLst>
        </pc:picChg>
      </pc:sldChg>
      <pc:sldMasterChg chg="add del addSldLayout delSldLayout">
        <pc:chgData name="Allison Selwah" userId="S::selwah.a@northeastern.edu::00018bcf-d791-40d4-8b2f-6c24bd0a7d7b" providerId="AD" clId="Web-{5B2B6C12-5F05-13A0-40B1-792172FD9870}" dt="2025-04-06T22:30:46.976" v="18"/>
        <pc:sldMasterMkLst>
          <pc:docMk/>
          <pc:sldMasterMk cId="2460954070" sldId="2147483660"/>
        </pc:sldMasterMkLst>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2385387890" sldId="2147483661"/>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949138452" sldId="2147483662"/>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2591524520" sldId="2147483663"/>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1203092039" sldId="2147483664"/>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3733172339" sldId="2147483665"/>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3210312558" sldId="2147483666"/>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3146388984" sldId="2147483667"/>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3171841454" sldId="2147483668"/>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1718958274" sldId="2147483669"/>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2202905451" sldId="2147483670"/>
          </pc:sldLayoutMkLst>
        </pc:sldLayoutChg>
        <pc:sldLayoutChg chg="add del">
          <pc:chgData name="Allison Selwah" userId="S::selwah.a@northeastern.edu::00018bcf-d791-40d4-8b2f-6c24bd0a7d7b" providerId="AD" clId="Web-{5B2B6C12-5F05-13A0-40B1-792172FD9870}" dt="2025-04-06T22:30:46.976" v="18"/>
          <pc:sldLayoutMkLst>
            <pc:docMk/>
            <pc:sldMasterMk cId="2460954070" sldId="2147483660"/>
            <pc:sldLayoutMk cId="3479445657" sldId="2147483671"/>
          </pc:sldLayoutMkLst>
        </pc:sldLayoutChg>
      </pc:sldMasterChg>
      <pc:sldMasterChg chg="add addSldLayout">
        <pc:chgData name="Allison Selwah" userId="S::selwah.a@northeastern.edu::00018bcf-d791-40d4-8b2f-6c24bd0a7d7b" providerId="AD" clId="Web-{5B2B6C12-5F05-13A0-40B1-792172FD9870}" dt="2025-04-06T22:30:46.976" v="18"/>
        <pc:sldMasterMkLst>
          <pc:docMk/>
          <pc:sldMasterMk cId="57858229" sldId="2147483747"/>
        </pc:sldMasterMkLst>
        <pc:sldLayoutChg chg="add">
          <pc:chgData name="Allison Selwah" userId="S::selwah.a@northeastern.edu::00018bcf-d791-40d4-8b2f-6c24bd0a7d7b" providerId="AD" clId="Web-{5B2B6C12-5F05-13A0-40B1-792172FD9870}" dt="2025-04-06T22:30:46.976" v="18"/>
          <pc:sldLayoutMkLst>
            <pc:docMk/>
            <pc:sldMasterMk cId="57858229" sldId="2147483747"/>
            <pc:sldLayoutMk cId="892552231" sldId="2147483736"/>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1812128921" sldId="2147483737"/>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1167916233" sldId="2147483738"/>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2845958874" sldId="2147483739"/>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2581321557" sldId="2147483740"/>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4287361584" sldId="2147483741"/>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2050881667" sldId="2147483742"/>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1037687657" sldId="2147483743"/>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2687057334" sldId="2147483744"/>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3872399213" sldId="2147483745"/>
          </pc:sldLayoutMkLst>
        </pc:sldLayoutChg>
        <pc:sldLayoutChg chg="add">
          <pc:chgData name="Allison Selwah" userId="S::selwah.a@northeastern.edu::00018bcf-d791-40d4-8b2f-6c24bd0a7d7b" providerId="AD" clId="Web-{5B2B6C12-5F05-13A0-40B1-792172FD9870}" dt="2025-04-06T22:30:46.976" v="18"/>
          <pc:sldLayoutMkLst>
            <pc:docMk/>
            <pc:sldMasterMk cId="57858229" sldId="2147483747"/>
            <pc:sldLayoutMk cId="1743059910" sldId="2147483746"/>
          </pc:sldLayoutMkLst>
        </pc:sldLayoutChg>
      </pc:sldMasterChg>
      <pc:sldMasterChg chg="add del addSldLayout delSldLayout">
        <pc:chgData name="Allison Selwah" userId="S::selwah.a@northeastern.edu::00018bcf-d791-40d4-8b2f-6c24bd0a7d7b" providerId="AD" clId="Web-{5B2B6C12-5F05-13A0-40B1-792172FD9870}" dt="2025-04-06T22:27:38.656" v="17"/>
        <pc:sldMasterMkLst>
          <pc:docMk/>
          <pc:sldMasterMk cId="3730675619" sldId="2147483747"/>
        </pc:sldMasterMkLst>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3706966728" sldId="2147483736"/>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1936653722" sldId="2147483737"/>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2431749830" sldId="2147483738"/>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1919682953" sldId="2147483739"/>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3786460630" sldId="2147483740"/>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3284489253" sldId="2147483741"/>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111491730" sldId="2147483742"/>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481078708" sldId="2147483743"/>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3915450385" sldId="2147483744"/>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2127105455" sldId="2147483745"/>
          </pc:sldLayoutMkLst>
        </pc:sldLayoutChg>
        <pc:sldLayoutChg chg="add del">
          <pc:chgData name="Allison Selwah" userId="S::selwah.a@northeastern.edu::00018bcf-d791-40d4-8b2f-6c24bd0a7d7b" providerId="AD" clId="Web-{5B2B6C12-5F05-13A0-40B1-792172FD9870}" dt="2025-04-06T22:27:38.656" v="17"/>
          <pc:sldLayoutMkLst>
            <pc:docMk/>
            <pc:sldMasterMk cId="3730675619" sldId="2147483747"/>
            <pc:sldLayoutMk cId="772787592" sldId="2147483746"/>
          </pc:sldLayoutMkLst>
        </pc:sldLayoutChg>
      </pc:sldMasterChg>
    </pc:docChg>
  </pc:docChgLst>
  <pc:docChgLst>
    <pc:chgData name="Subhasish Bhaumik" userId="S::bhaumik.su@northeastern.edu::c565d6ff-fbef-40c3-a03a-b3e91528e78a" providerId="AD" clId="Web-{C2D4243B-CB67-72DE-22A2-F82463051091}"/>
    <pc:docChg chg="modSld">
      <pc:chgData name="Subhasish Bhaumik" userId="S::bhaumik.su@northeastern.edu::c565d6ff-fbef-40c3-a03a-b3e91528e78a" providerId="AD" clId="Web-{C2D4243B-CB67-72DE-22A2-F82463051091}" dt="2025-04-14T23:36:26.037" v="1" actId="1076"/>
      <pc:docMkLst>
        <pc:docMk/>
      </pc:docMkLst>
      <pc:sldChg chg="modSp">
        <pc:chgData name="Subhasish Bhaumik" userId="S::bhaumik.su@northeastern.edu::c565d6ff-fbef-40c3-a03a-b3e91528e78a" providerId="AD" clId="Web-{C2D4243B-CB67-72DE-22A2-F82463051091}" dt="2025-04-14T23:36:26.037" v="1" actId="1076"/>
        <pc:sldMkLst>
          <pc:docMk/>
          <pc:sldMk cId="109857222" sldId="256"/>
        </pc:sldMkLst>
        <pc:picChg chg="mod">
          <ac:chgData name="Subhasish Bhaumik" userId="S::bhaumik.su@northeastern.edu::c565d6ff-fbef-40c3-a03a-b3e91528e78a" providerId="AD" clId="Web-{C2D4243B-CB67-72DE-22A2-F82463051091}" dt="2025-04-14T23:36:26.037" v="1" actId="1076"/>
          <ac:picMkLst>
            <pc:docMk/>
            <pc:sldMk cId="109857222" sldId="256"/>
            <ac:picMk id="1025" creationId="{05BD8F2D-8EBE-B6B5-C75C-DCA24240A2B1}"/>
          </ac:picMkLst>
        </pc:picChg>
      </pc:sldChg>
    </pc:docChg>
  </pc:docChgLst>
  <pc:docChgLst>
    <pc:chgData name="Allison Selwah" userId="00018bcf-d791-40d4-8b2f-6c24bd0a7d7b" providerId="ADAL" clId="{7B1A4666-1EDA-BE4F-BD1A-C0B1C92B97D1}"/>
    <pc:docChg chg="modSld">
      <pc:chgData name="Allison Selwah" userId="00018bcf-d791-40d4-8b2f-6c24bd0a7d7b" providerId="ADAL" clId="{7B1A4666-1EDA-BE4F-BD1A-C0B1C92B97D1}" dt="2025-04-07T14:06:27.318" v="5" actId="113"/>
      <pc:docMkLst>
        <pc:docMk/>
      </pc:docMkLst>
      <pc:sldChg chg="modSp">
        <pc:chgData name="Allison Selwah" userId="00018bcf-d791-40d4-8b2f-6c24bd0a7d7b" providerId="ADAL" clId="{7B1A4666-1EDA-BE4F-BD1A-C0B1C92B97D1}" dt="2025-04-07T14:06:27.318" v="5" actId="113"/>
        <pc:sldMkLst>
          <pc:docMk/>
          <pc:sldMk cId="15281401" sldId="266"/>
        </pc:sldMkLst>
        <pc:spChg chg="mod">
          <ac:chgData name="Allison Selwah" userId="00018bcf-d791-40d4-8b2f-6c24bd0a7d7b" providerId="ADAL" clId="{7B1A4666-1EDA-BE4F-BD1A-C0B1C92B97D1}" dt="2025-04-07T14:06:27.318" v="5" actId="113"/>
          <ac:spMkLst>
            <pc:docMk/>
            <pc:sldMk cId="15281401" sldId="266"/>
            <ac:spMk id="3" creationId="{2F6D6BCD-5454-F4BD-4090-486001331463}"/>
          </ac:spMkLst>
        </pc:spChg>
      </pc:sldChg>
      <pc:sldChg chg="modSp">
        <pc:chgData name="Allison Selwah" userId="00018bcf-d791-40d4-8b2f-6c24bd0a7d7b" providerId="ADAL" clId="{7B1A4666-1EDA-BE4F-BD1A-C0B1C92B97D1}" dt="2025-04-07T14:05:27.890" v="2" actId="12"/>
        <pc:sldMkLst>
          <pc:docMk/>
          <pc:sldMk cId="2767609277" sldId="268"/>
        </pc:sldMkLst>
        <pc:spChg chg="mod">
          <ac:chgData name="Allison Selwah" userId="00018bcf-d791-40d4-8b2f-6c24bd0a7d7b" providerId="ADAL" clId="{7B1A4666-1EDA-BE4F-BD1A-C0B1C92B97D1}" dt="2025-04-07T14:05:27.890" v="2" actId="12"/>
          <ac:spMkLst>
            <pc:docMk/>
            <pc:sldMk cId="2767609277" sldId="268"/>
            <ac:spMk id="3" creationId="{A1B9363A-25F3-5D15-AE8F-B2D4B6FB14CA}"/>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33821-597E-4B4F-8572-5DA1CB183565}"/>
              </a:ext>
            </a:extLst>
          </p:cNvPr>
          <p:cNvSpPr>
            <a:spLocks noGrp="1"/>
          </p:cNvSpPr>
          <p:nvPr>
            <p:ph type="ctrTitle"/>
          </p:nvPr>
        </p:nvSpPr>
        <p:spPr>
          <a:xfrm>
            <a:off x="548640" y="950976"/>
            <a:ext cx="6509385" cy="3556730"/>
          </a:xfrm>
        </p:spPr>
        <p:txBody>
          <a:bodyPr anchor="t">
            <a:normAutofit/>
          </a:bodyPr>
          <a:lstStyle>
            <a:lvl1pPr algn="l">
              <a:defRPr sz="4400"/>
            </a:lvl1pPr>
          </a:lstStyle>
          <a:p>
            <a:r>
              <a:rPr lang="en-US"/>
              <a:t>Click to edit Master title style</a:t>
            </a:r>
          </a:p>
        </p:txBody>
      </p:sp>
      <p:sp>
        <p:nvSpPr>
          <p:cNvPr id="3" name="Subtitle 2">
            <a:extLst>
              <a:ext uri="{FF2B5EF4-FFF2-40B4-BE49-F238E27FC236}">
                <a16:creationId xmlns:a16="http://schemas.microsoft.com/office/drawing/2014/main" id="{F4C38D70-8FF5-47D7-A0DD-087A227BC94F}"/>
              </a:ext>
            </a:extLst>
          </p:cNvPr>
          <p:cNvSpPr>
            <a:spLocks noGrp="1"/>
          </p:cNvSpPr>
          <p:nvPr>
            <p:ph type="subTitle" idx="1"/>
          </p:nvPr>
        </p:nvSpPr>
        <p:spPr>
          <a:xfrm>
            <a:off x="576072" y="4572000"/>
            <a:ext cx="6481953" cy="1485900"/>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DB5B485-516D-48B7-AF1D-69AEEA351A94}"/>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5" name="Footer Placeholder 4">
            <a:extLst>
              <a:ext uri="{FF2B5EF4-FFF2-40B4-BE49-F238E27FC236}">
                <a16:creationId xmlns:a16="http://schemas.microsoft.com/office/drawing/2014/main" id="{1D614DDB-2831-4FF8-9DA7-0449659D7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178F6-65BA-4964-80E2-DB6EA3355FBB}"/>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050881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A45AC-24E0-45A1-90C3-7BF96C3FC7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2018E1-7CA3-4B5E-9683-554FDFC63E4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95D32D-7150-4DF2-B992-A2B4F5605D94}"/>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5" name="Footer Placeholder 4">
            <a:extLst>
              <a:ext uri="{FF2B5EF4-FFF2-40B4-BE49-F238E27FC236}">
                <a16:creationId xmlns:a16="http://schemas.microsoft.com/office/drawing/2014/main" id="{F3D03F0C-FCA3-464C-B6ED-864DB51E7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C41006-DAE1-4326-B1AE-FD527A653BD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037687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B84-BE32-464A-A765-975C21B5CF4B}"/>
              </a:ext>
            </a:extLst>
          </p:cNvPr>
          <p:cNvSpPr>
            <a:spLocks noGrp="1"/>
          </p:cNvSpPr>
          <p:nvPr>
            <p:ph type="title"/>
          </p:nvPr>
        </p:nvSpPr>
        <p:spPr>
          <a:xfrm>
            <a:off x="557923" y="952500"/>
            <a:ext cx="6678695" cy="3962398"/>
          </a:xfrm>
        </p:spPr>
        <p:txBody>
          <a:bodyPr anchor="t">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640145C2-97CF-4887-904A-8ADC80525A2E}"/>
              </a:ext>
            </a:extLst>
          </p:cNvPr>
          <p:cNvSpPr>
            <a:spLocks noGrp="1"/>
          </p:cNvSpPr>
          <p:nvPr>
            <p:ph type="body" idx="1"/>
          </p:nvPr>
        </p:nvSpPr>
        <p:spPr>
          <a:xfrm>
            <a:off x="8043860" y="952501"/>
            <a:ext cx="3500440" cy="396239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E524559-DA32-4398-A8EE-EED2469D63BB}"/>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5" name="Footer Placeholder 4">
            <a:extLst>
              <a:ext uri="{FF2B5EF4-FFF2-40B4-BE49-F238E27FC236}">
                <a16:creationId xmlns:a16="http://schemas.microsoft.com/office/drawing/2014/main" id="{73967BE1-F1AC-4732-B52E-1C7D63DEF8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A13C03-DDF0-48C6-B1BF-D28875F8238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6870573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6F411-42B3-4A17-BE7E-861BE7E7DC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E0603-F4C0-40AC-A53E-40449D53D741}"/>
              </a:ext>
            </a:extLst>
          </p:cNvPr>
          <p:cNvSpPr>
            <a:spLocks noGrp="1"/>
          </p:cNvSpPr>
          <p:nvPr>
            <p:ph sz="half" idx="1"/>
          </p:nvPr>
        </p:nvSpPr>
        <p:spPr>
          <a:xfrm>
            <a:off x="548640" y="2029968"/>
            <a:ext cx="5281506"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BC5634-2887-4182-A9BE-B382357D4F9C}"/>
              </a:ext>
            </a:extLst>
          </p:cNvPr>
          <p:cNvSpPr>
            <a:spLocks noGrp="1"/>
          </p:cNvSpPr>
          <p:nvPr>
            <p:ph sz="half" idx="2"/>
          </p:nvPr>
        </p:nvSpPr>
        <p:spPr>
          <a:xfrm>
            <a:off x="6257928" y="2029968"/>
            <a:ext cx="5281506" cy="41481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6B6E74-28E1-4684-B515-4265ED7B1EAE}"/>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6" name="Footer Placeholder 5">
            <a:extLst>
              <a:ext uri="{FF2B5EF4-FFF2-40B4-BE49-F238E27FC236}">
                <a16:creationId xmlns:a16="http://schemas.microsoft.com/office/drawing/2014/main" id="{18D375EA-A8F8-485D-A82F-CD85D4C9E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AD9E4B0-F5E3-407F-A548-B616E774987F}"/>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3872399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2161A-7627-4D64-AF08-10D702AFE286}"/>
              </a:ext>
            </a:extLst>
          </p:cNvPr>
          <p:cNvSpPr>
            <a:spLocks noGrp="1"/>
          </p:cNvSpPr>
          <p:nvPr>
            <p:ph type="title"/>
          </p:nvPr>
        </p:nvSpPr>
        <p:spPr>
          <a:xfrm>
            <a:off x="552659" y="950976"/>
            <a:ext cx="10802729" cy="881796"/>
          </a:xfrm>
        </p:spPr>
        <p:txBody>
          <a:bodyPr/>
          <a:lstStyle/>
          <a:p>
            <a:r>
              <a:rPr lang="en-US"/>
              <a:t>Click to edit Master title style</a:t>
            </a:r>
          </a:p>
        </p:txBody>
      </p:sp>
      <p:sp>
        <p:nvSpPr>
          <p:cNvPr id="3" name="Text Placeholder 2">
            <a:extLst>
              <a:ext uri="{FF2B5EF4-FFF2-40B4-BE49-F238E27FC236}">
                <a16:creationId xmlns:a16="http://schemas.microsoft.com/office/drawing/2014/main" id="{553B6884-07D8-4CC4-BE99-516F1433BED8}"/>
              </a:ext>
            </a:extLst>
          </p:cNvPr>
          <p:cNvSpPr>
            <a:spLocks noGrp="1"/>
          </p:cNvSpPr>
          <p:nvPr>
            <p:ph type="body" idx="1"/>
          </p:nvPr>
        </p:nvSpPr>
        <p:spPr>
          <a:xfrm>
            <a:off x="542918" y="1832772"/>
            <a:ext cx="5281507"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82C638-B5A8-4F8C-85AE-33BEAF54C07A}"/>
              </a:ext>
            </a:extLst>
          </p:cNvPr>
          <p:cNvSpPr>
            <a:spLocks noGrp="1"/>
          </p:cNvSpPr>
          <p:nvPr>
            <p:ph sz="half" idx="2"/>
          </p:nvPr>
        </p:nvSpPr>
        <p:spPr>
          <a:xfrm>
            <a:off x="548640" y="2600531"/>
            <a:ext cx="528150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40D1933-A703-4BDC-A697-728E899EEDE1}"/>
              </a:ext>
            </a:extLst>
          </p:cNvPr>
          <p:cNvSpPr>
            <a:spLocks noGrp="1"/>
          </p:cNvSpPr>
          <p:nvPr>
            <p:ph type="body" sz="quarter" idx="3"/>
          </p:nvPr>
        </p:nvSpPr>
        <p:spPr>
          <a:xfrm>
            <a:off x="6257927" y="1832772"/>
            <a:ext cx="5283202" cy="742638"/>
          </a:xfrm>
        </p:spPr>
        <p:txBody>
          <a:bodyPr anchor="b">
            <a:normAutofit/>
          </a:bodyPr>
          <a:lstStyle>
            <a:lvl1pPr marL="0" indent="0">
              <a:buNone/>
              <a:defRPr sz="1800" b="1" cap="all" spc="1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5925DBD-4D51-4A2D-B1E4-6D094CD1E803}"/>
              </a:ext>
            </a:extLst>
          </p:cNvPr>
          <p:cNvSpPr>
            <a:spLocks noGrp="1"/>
          </p:cNvSpPr>
          <p:nvPr>
            <p:ph sz="quarter" idx="4"/>
          </p:nvPr>
        </p:nvSpPr>
        <p:spPr>
          <a:xfrm>
            <a:off x="6257927" y="2600531"/>
            <a:ext cx="52832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2636E2-E26E-42F7-9E05-3F756C7D17AE}"/>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8" name="Footer Placeholder 7">
            <a:extLst>
              <a:ext uri="{FF2B5EF4-FFF2-40B4-BE49-F238E27FC236}">
                <a16:creationId xmlns:a16="http://schemas.microsoft.com/office/drawing/2014/main" id="{86F7281B-0E5C-421E-AFFE-775F57C5DD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E483462-E410-4DC7-AE53-27AABECFE6E8}"/>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7430599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ACFA68-31B5-48C5-929A-842FDF0FD8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5A2600-419E-46E9-946F-FBDEDBA1D448}"/>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4" name="Footer Placeholder 3">
            <a:extLst>
              <a:ext uri="{FF2B5EF4-FFF2-40B4-BE49-F238E27FC236}">
                <a16:creationId xmlns:a16="http://schemas.microsoft.com/office/drawing/2014/main" id="{1385F9A9-98FF-4653-A570-9F351A1ABDC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D44457-95F1-4B15-A647-B14F91F7A6D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581321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519EABA-1008-4E49-9184-3A946ECD7199}"/>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3" name="Footer Placeholder 2">
            <a:extLst>
              <a:ext uri="{FF2B5EF4-FFF2-40B4-BE49-F238E27FC236}">
                <a16:creationId xmlns:a16="http://schemas.microsoft.com/office/drawing/2014/main" id="{D05C3BD0-269D-4127-B5F7-84B0D8A742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623447-C740-4495-93EC-7252B1B929E4}"/>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892552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D1155-71E7-4F0A-BB62-933743CF6EDD}"/>
              </a:ext>
            </a:extLst>
          </p:cNvPr>
          <p:cNvSpPr>
            <a:spLocks noGrp="1"/>
          </p:cNvSpPr>
          <p:nvPr>
            <p:ph type="title"/>
          </p:nvPr>
        </p:nvSpPr>
        <p:spPr>
          <a:xfrm>
            <a:off x="548640" y="952500"/>
            <a:ext cx="4124084" cy="2362200"/>
          </a:xfrm>
        </p:spPr>
        <p:txBody>
          <a:bodyPr anchor="t"/>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0CB6D44-5A1E-4176-8766-4B81E045D50A}"/>
              </a:ext>
            </a:extLst>
          </p:cNvPr>
          <p:cNvSpPr>
            <a:spLocks noGrp="1"/>
          </p:cNvSpPr>
          <p:nvPr>
            <p:ph idx="1"/>
          </p:nvPr>
        </p:nvSpPr>
        <p:spPr>
          <a:xfrm>
            <a:off x="5600700" y="952500"/>
            <a:ext cx="5934074" cy="49085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810EC6-11DD-4B5D-A2D2-4DCF73E58389}"/>
              </a:ext>
            </a:extLst>
          </p:cNvPr>
          <p:cNvSpPr>
            <a:spLocks noGrp="1"/>
          </p:cNvSpPr>
          <p:nvPr>
            <p:ph type="body" sz="half" idx="2"/>
          </p:nvPr>
        </p:nvSpPr>
        <p:spPr>
          <a:xfrm>
            <a:off x="548641" y="3429000"/>
            <a:ext cx="4124084" cy="24399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5DFCDF-666E-4DB4-A1C0-79D40A007066}"/>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6" name="Footer Placeholder 5">
            <a:extLst>
              <a:ext uri="{FF2B5EF4-FFF2-40B4-BE49-F238E27FC236}">
                <a16:creationId xmlns:a16="http://schemas.microsoft.com/office/drawing/2014/main" id="{083A69AC-15E6-4B19-A59D-DBDBE923DB4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79F0EE-74DE-4FEC-81E9-E40D53397857}"/>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812128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3CA4F-6508-4AD6-8367-A0288D888DD6}"/>
              </a:ext>
            </a:extLst>
          </p:cNvPr>
          <p:cNvSpPr>
            <a:spLocks noGrp="1"/>
          </p:cNvSpPr>
          <p:nvPr>
            <p:ph type="title"/>
          </p:nvPr>
        </p:nvSpPr>
        <p:spPr>
          <a:xfrm>
            <a:off x="548641" y="952500"/>
            <a:ext cx="4124084" cy="2397918"/>
          </a:xfrm>
        </p:spPr>
        <p:txBody>
          <a:bodyPr anchor="t"/>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06BFCD-2F93-4D99-89EA-F0359FB782B7}"/>
              </a:ext>
            </a:extLst>
          </p:cNvPr>
          <p:cNvSpPr>
            <a:spLocks noGrp="1"/>
          </p:cNvSpPr>
          <p:nvPr>
            <p:ph type="pic" idx="1"/>
          </p:nvPr>
        </p:nvSpPr>
        <p:spPr>
          <a:xfrm>
            <a:off x="5522119" y="987425"/>
            <a:ext cx="602218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FF4C1F7-1272-41C8-8C29-676316D02D5D}"/>
              </a:ext>
            </a:extLst>
          </p:cNvPr>
          <p:cNvSpPr>
            <a:spLocks noGrp="1"/>
          </p:cNvSpPr>
          <p:nvPr>
            <p:ph type="body" sz="half" idx="2"/>
          </p:nvPr>
        </p:nvSpPr>
        <p:spPr>
          <a:xfrm>
            <a:off x="548641" y="3429000"/>
            <a:ext cx="4124084" cy="24399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CDD491-0FE6-4B42-AAA6-B698E46F1A8E}"/>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6" name="Footer Placeholder 5">
            <a:extLst>
              <a:ext uri="{FF2B5EF4-FFF2-40B4-BE49-F238E27FC236}">
                <a16:creationId xmlns:a16="http://schemas.microsoft.com/office/drawing/2014/main" id="{D258F83F-4E9F-4607-A69B-DFC932560A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D324484-C6E4-4D8A-BDAB-09B1FBB43631}"/>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1167916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07F1B-6F93-4E6E-8C8C-D01A9DEB6AA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7D2968-FE85-492F-A77B-1771F4EAA8C6}"/>
              </a:ext>
            </a:extLst>
          </p:cNvPr>
          <p:cNvSpPr>
            <a:spLocks noGrp="1"/>
          </p:cNvSpPr>
          <p:nvPr>
            <p:ph type="body" orient="vert" idx="1"/>
          </p:nvPr>
        </p:nvSpPr>
        <p:spPr>
          <a:xfrm>
            <a:off x="548641" y="2028826"/>
            <a:ext cx="11094348" cy="402907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592DA2-B1FB-45C6-B10C-141AC2BFB381}"/>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5" name="Footer Placeholder 4">
            <a:extLst>
              <a:ext uri="{FF2B5EF4-FFF2-40B4-BE49-F238E27FC236}">
                <a16:creationId xmlns:a16="http://schemas.microsoft.com/office/drawing/2014/main" id="{18CA6D78-CE47-4CA7-B3B6-AFAE5175F6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EDC5C0-8780-4819-A8FC-32A0141D271C}"/>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2845958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B8F9A8-05F2-4F79-B689-1FA2F31965D8}"/>
              </a:ext>
            </a:extLst>
          </p:cNvPr>
          <p:cNvSpPr>
            <a:spLocks noGrp="1"/>
          </p:cNvSpPr>
          <p:nvPr>
            <p:ph type="title" orient="vert"/>
          </p:nvPr>
        </p:nvSpPr>
        <p:spPr>
          <a:xfrm>
            <a:off x="9472612" y="952499"/>
            <a:ext cx="2207417" cy="5105401"/>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5D615BC-61CD-4D59-8E85-B59072E2B22D}"/>
              </a:ext>
            </a:extLst>
          </p:cNvPr>
          <p:cNvSpPr>
            <a:spLocks noGrp="1"/>
          </p:cNvSpPr>
          <p:nvPr>
            <p:ph type="body" orient="vert" idx="1"/>
          </p:nvPr>
        </p:nvSpPr>
        <p:spPr>
          <a:xfrm>
            <a:off x="557924" y="952499"/>
            <a:ext cx="8914688" cy="51054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F81C46-8CC0-4B79-AF2E-84C86C6A803A}"/>
              </a:ext>
            </a:extLst>
          </p:cNvPr>
          <p:cNvSpPr>
            <a:spLocks noGrp="1"/>
          </p:cNvSpPr>
          <p:nvPr>
            <p:ph type="dt" sz="half" idx="10"/>
          </p:nvPr>
        </p:nvSpPr>
        <p:spPr/>
        <p:txBody>
          <a:bodyPr/>
          <a:lstStyle/>
          <a:p>
            <a:fld id="{4CDE23C7-78A4-413A-A84B-93D4CC0A9EB1}" type="datetimeFigureOut">
              <a:rPr lang="en-US" smtClean="0"/>
              <a:t>4/15/2025</a:t>
            </a:fld>
            <a:endParaRPr lang="en-US"/>
          </a:p>
        </p:txBody>
      </p:sp>
      <p:sp>
        <p:nvSpPr>
          <p:cNvPr id="5" name="Footer Placeholder 4">
            <a:extLst>
              <a:ext uri="{FF2B5EF4-FFF2-40B4-BE49-F238E27FC236}">
                <a16:creationId xmlns:a16="http://schemas.microsoft.com/office/drawing/2014/main" id="{A1A76817-4D29-4888-B68C-A35F5A069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0B21A-30A9-4173-9E3F-D985B86A35CE}"/>
              </a:ext>
            </a:extLst>
          </p:cNvPr>
          <p:cNvSpPr>
            <a:spLocks noGrp="1"/>
          </p:cNvSpPr>
          <p:nvPr>
            <p:ph type="sldNum" sz="quarter" idx="12"/>
          </p:nvPr>
        </p:nvSpPr>
        <p:spPr/>
        <p:txBody>
          <a:bodyPr/>
          <a:lstStyle/>
          <a:p>
            <a:fld id="{6CB39E08-E0E5-4B1A-8F7D-08FE7678A3B6}" type="slidenum">
              <a:rPr lang="en-US" smtClean="0"/>
              <a:t>‹#›</a:t>
            </a:fld>
            <a:endParaRPr lang="en-US"/>
          </a:p>
        </p:txBody>
      </p:sp>
    </p:spTree>
    <p:extLst>
      <p:ext uri="{BB962C8B-B14F-4D97-AF65-F5344CB8AC3E}">
        <p14:creationId xmlns:p14="http://schemas.microsoft.com/office/powerpoint/2010/main" val="4287361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90E843-90BA-4A7D-8F9F-FFE49387A618}"/>
              </a:ext>
            </a:extLst>
          </p:cNvPr>
          <p:cNvSpPr>
            <a:spLocks noGrp="1"/>
          </p:cNvSpPr>
          <p:nvPr>
            <p:ph type="title"/>
          </p:nvPr>
        </p:nvSpPr>
        <p:spPr>
          <a:xfrm>
            <a:off x="548639" y="950976"/>
            <a:ext cx="10995659" cy="1077849"/>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43F7CA62-9B55-49B4-94B6-EAAF7D5AE0DC}"/>
              </a:ext>
            </a:extLst>
          </p:cNvPr>
          <p:cNvSpPr>
            <a:spLocks noGrp="1"/>
          </p:cNvSpPr>
          <p:nvPr>
            <p:ph type="body" idx="1"/>
          </p:nvPr>
        </p:nvSpPr>
        <p:spPr>
          <a:xfrm>
            <a:off x="548641" y="2028826"/>
            <a:ext cx="10995660" cy="402907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3CEA03-AAFA-4A69-A3DA-1DD0EF273F11}"/>
              </a:ext>
            </a:extLst>
          </p:cNvPr>
          <p:cNvSpPr>
            <a:spLocks noGrp="1"/>
          </p:cNvSpPr>
          <p:nvPr>
            <p:ph type="dt" sz="half" idx="2"/>
          </p:nvPr>
        </p:nvSpPr>
        <p:spPr>
          <a:xfrm>
            <a:off x="588729" y="6449535"/>
            <a:ext cx="2983095" cy="308453"/>
          </a:xfrm>
          <a:prstGeom prst="rect">
            <a:avLst/>
          </a:prstGeom>
        </p:spPr>
        <p:txBody>
          <a:bodyPr vert="horz" lIns="91440" tIns="45720" rIns="91440" bIns="45720" rtlCol="0" anchor="t"/>
          <a:lstStyle>
            <a:lvl1pPr algn="l">
              <a:defRPr sz="900">
                <a:solidFill>
                  <a:schemeClr val="tx1"/>
                </a:solidFill>
              </a:defRPr>
            </a:lvl1pPr>
          </a:lstStyle>
          <a:p>
            <a:fld id="{4CDE23C7-78A4-413A-A84B-93D4CC0A9EB1}" type="datetimeFigureOut">
              <a:rPr lang="en-US" smtClean="0"/>
              <a:pPr/>
              <a:t>4/15/2025</a:t>
            </a:fld>
            <a:endParaRPr lang="en-US"/>
          </a:p>
        </p:txBody>
      </p:sp>
      <p:sp>
        <p:nvSpPr>
          <p:cNvPr id="5" name="Footer Placeholder 4">
            <a:extLst>
              <a:ext uri="{FF2B5EF4-FFF2-40B4-BE49-F238E27FC236}">
                <a16:creationId xmlns:a16="http://schemas.microsoft.com/office/drawing/2014/main" id="{F3E97F43-1ECB-4FC2-863E-26CEE24A008A}"/>
              </a:ext>
            </a:extLst>
          </p:cNvPr>
          <p:cNvSpPr>
            <a:spLocks noGrp="1"/>
          </p:cNvSpPr>
          <p:nvPr>
            <p:ph type="ftr" sz="quarter" idx="3"/>
          </p:nvPr>
        </p:nvSpPr>
        <p:spPr>
          <a:xfrm>
            <a:off x="557924" y="173776"/>
            <a:ext cx="411480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53C7F9D8-4B2E-4871-B2AE-EFC06BE23179}"/>
              </a:ext>
            </a:extLst>
          </p:cNvPr>
          <p:cNvSpPr>
            <a:spLocks noGrp="1"/>
          </p:cNvSpPr>
          <p:nvPr>
            <p:ph type="sldNum" sz="quarter" idx="4"/>
          </p:nvPr>
        </p:nvSpPr>
        <p:spPr>
          <a:xfrm>
            <a:off x="10710710" y="6449535"/>
            <a:ext cx="932279" cy="308453"/>
          </a:xfrm>
          <a:prstGeom prst="rect">
            <a:avLst/>
          </a:prstGeom>
        </p:spPr>
        <p:txBody>
          <a:bodyPr vert="horz" lIns="91440" tIns="45720" rIns="91440" bIns="45720" rtlCol="0" anchor="t"/>
          <a:lstStyle>
            <a:lvl1pPr algn="r">
              <a:defRPr sz="900">
                <a:solidFill>
                  <a:schemeClr val="tx1"/>
                </a:solidFill>
              </a:defRPr>
            </a:lvl1pPr>
          </a:lstStyle>
          <a:p>
            <a:fld id="{6CB39E08-E0E5-4B1A-8F7D-08FE7678A3B6}" type="slidenum">
              <a:rPr lang="en-US" smtClean="0"/>
              <a:pPr/>
              <a:t>‹#›</a:t>
            </a:fld>
            <a:endParaRPr lang="en-US"/>
          </a:p>
        </p:txBody>
      </p:sp>
      <p:cxnSp>
        <p:nvCxnSpPr>
          <p:cNvPr id="7" name="Straight Connector 6">
            <a:extLst>
              <a:ext uri="{FF2B5EF4-FFF2-40B4-BE49-F238E27FC236}">
                <a16:creationId xmlns:a16="http://schemas.microsoft.com/office/drawing/2014/main" id="{462919E4-C488-4107-9EF1-66152F848008}"/>
              </a:ext>
            </a:extLst>
          </p:cNvPr>
          <p:cNvCxnSpPr>
            <a:cxnSpLocks/>
          </p:cNvCxnSpPr>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BF79732-4088-424C-A653-4534E4389443}"/>
              </a:ext>
            </a:extLst>
          </p:cNvPr>
          <p:cNvCxnSpPr>
            <a:cxnSpLocks/>
          </p:cNvCxnSpPr>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58229"/>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0" r:id="rId6"/>
    <p:sldLayoutId id="2147483736" r:id="rId7"/>
    <p:sldLayoutId id="2147483737" r:id="rId8"/>
    <p:sldLayoutId id="2147483738" r:id="rId9"/>
    <p:sldLayoutId id="2147483739" r:id="rId10"/>
    <p:sldLayoutId id="2147483741" r:id="rId11"/>
  </p:sldLayoutIdLst>
  <p:txStyles>
    <p:titleStyle>
      <a:lvl1pPr algn="l" defTabSz="914400" rtl="0" eaLnBrk="1" latinLnBrk="0" hangingPunct="1">
        <a:lnSpc>
          <a:spcPct val="85000"/>
        </a:lnSpc>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50292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3444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https://d2vppzocvtms05.cloudfront.net/media/73935097-4679-4323-8C1B0B21F71A2D54/99B2A1BA-93FE-46EB-B75BD14C3CEFEDC5/webimage-EDA877B8-42A8-4DA0-9E4BD6F501C9F782.jpg"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ggle.com/datasets/bittlingmayer/amazonreviews"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github.com/alliselwah/IE7500_GroupF.git" TargetMode="Externa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A8CAE98F-93E0-466E-B310-16D4D8EC4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48640" y="952500"/>
            <a:ext cx="6195060" cy="3893582"/>
          </a:xfrm>
        </p:spPr>
        <p:txBody>
          <a:bodyPr>
            <a:normAutofit/>
          </a:bodyPr>
          <a:lstStyle/>
          <a:p>
            <a:r>
              <a:rPr lang="en-US" sz="4800">
                <a:latin typeface="Aptos Display"/>
                <a:ea typeface="Calibri Light"/>
                <a:cs typeface="Calibri Light"/>
              </a:rPr>
              <a:t>Deep Learning-based Sentiment Classification for Amazon Products Reviews</a:t>
            </a:r>
            <a:endParaRPr lang="en-US" sz="4800"/>
          </a:p>
        </p:txBody>
      </p:sp>
      <p:sp>
        <p:nvSpPr>
          <p:cNvPr id="3" name="Subtitle 2"/>
          <p:cNvSpPr>
            <a:spLocks noGrp="1"/>
          </p:cNvSpPr>
          <p:nvPr>
            <p:ph type="subTitle" idx="1"/>
          </p:nvPr>
        </p:nvSpPr>
        <p:spPr>
          <a:xfrm>
            <a:off x="567186" y="4846083"/>
            <a:ext cx="4364268" cy="1211818"/>
          </a:xfrm>
        </p:spPr>
        <p:txBody>
          <a:bodyPr>
            <a:normAutofit/>
          </a:bodyPr>
          <a:lstStyle/>
          <a:p>
            <a:r>
              <a:rPr lang="en-US"/>
              <a:t>Allison Selwah, Subhasish Bhaumik &amp; Bowen Yang</a:t>
            </a:r>
          </a:p>
        </p:txBody>
      </p:sp>
      <p:cxnSp>
        <p:nvCxnSpPr>
          <p:cNvPr id="27" name="Straight Connector 26">
            <a:extLst>
              <a:ext uri="{FF2B5EF4-FFF2-40B4-BE49-F238E27FC236}">
                <a16:creationId xmlns:a16="http://schemas.microsoft.com/office/drawing/2014/main" id="{6356756D-F21A-48D4-A0AC-96B0DEC17B1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78719"/>
            <a:ext cx="10905066"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9AD0CE0-3E1E-6D2D-37D8-4C0F179A20A9}"/>
              </a:ext>
            </a:extLst>
          </p:cNvPr>
          <p:cNvPicPr>
            <a:picLocks noChangeAspect="1"/>
          </p:cNvPicPr>
          <p:nvPr/>
        </p:nvPicPr>
        <p:blipFill>
          <a:blip r:embed="rId2"/>
          <a:srcRect l="37971" r="8296" b="-2"/>
          <a:stretch/>
        </p:blipFill>
        <p:spPr>
          <a:xfrm>
            <a:off x="8115300" y="952500"/>
            <a:ext cx="3429000" cy="5105400"/>
          </a:xfrm>
          <a:prstGeom prst="rect">
            <a:avLst/>
          </a:prstGeom>
        </p:spPr>
      </p:pic>
      <p:cxnSp>
        <p:nvCxnSpPr>
          <p:cNvPr id="28" name="Straight Connector 27">
            <a:extLst>
              <a:ext uri="{FF2B5EF4-FFF2-40B4-BE49-F238E27FC236}">
                <a16:creationId xmlns:a16="http://schemas.microsoft.com/office/drawing/2014/main" id="{4503744B-1AFB-4A05-9F7B-3FF0FAB0745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43467" y="6309695"/>
            <a:ext cx="10905066"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2">
            <a:extLst>
              <a:ext uri="{FF2B5EF4-FFF2-40B4-BE49-F238E27FC236}">
                <a16:creationId xmlns:a16="http://schemas.microsoft.com/office/drawing/2014/main" id="{CC80FFF3-AD11-B7F2-7483-C13C89DCD23C}"/>
              </a:ext>
            </a:extLst>
          </p:cNvPr>
          <p:cNvSpPr>
            <a:spLocks noChangeArrowheads="1"/>
          </p:cNvSpPr>
          <p:nvPr/>
        </p:nvSpPr>
        <p:spPr bwMode="auto">
          <a:xfrm>
            <a:off x="10452100" y="497849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025" name="Picture 13" descr="NU_RGB_Notched-N_wordmark_RB">
            <a:extLst>
              <a:ext uri="{FF2B5EF4-FFF2-40B4-BE49-F238E27FC236}">
                <a16:creationId xmlns:a16="http://schemas.microsoft.com/office/drawing/2014/main" id="{05BD8F2D-8EBE-B6B5-C75C-DCA24240A2B1}"/>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11582589" y="4875"/>
            <a:ext cx="609411" cy="609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208B6-C2E0-8585-E75F-B4FEBF937CD5}"/>
              </a:ext>
            </a:extLst>
          </p:cNvPr>
          <p:cNvSpPr>
            <a:spLocks noGrp="1"/>
          </p:cNvSpPr>
          <p:nvPr>
            <p:ph type="title"/>
          </p:nvPr>
        </p:nvSpPr>
        <p:spPr/>
        <p:txBody>
          <a:bodyPr/>
          <a:lstStyle/>
          <a:p>
            <a:r>
              <a:rPr lang="en-US"/>
              <a:t>Motive &amp; Background</a:t>
            </a:r>
          </a:p>
        </p:txBody>
      </p:sp>
      <p:sp>
        <p:nvSpPr>
          <p:cNvPr id="3" name="Content Placeholder 2">
            <a:extLst>
              <a:ext uri="{FF2B5EF4-FFF2-40B4-BE49-F238E27FC236}">
                <a16:creationId xmlns:a16="http://schemas.microsoft.com/office/drawing/2014/main" id="{14088219-5A0C-E5CC-5B22-85717D18F603}"/>
              </a:ext>
            </a:extLst>
          </p:cNvPr>
          <p:cNvSpPr>
            <a:spLocks noGrp="1"/>
          </p:cNvSpPr>
          <p:nvPr>
            <p:ph idx="1"/>
          </p:nvPr>
        </p:nvSpPr>
        <p:spPr>
          <a:xfrm>
            <a:off x="548641" y="1862412"/>
            <a:ext cx="10995660" cy="4029074"/>
          </a:xfrm>
        </p:spPr>
        <p:txBody>
          <a:bodyPr vert="horz" lIns="91440" tIns="45720" rIns="91440" bIns="45720" rtlCol="0" anchor="t">
            <a:normAutofit fontScale="85000" lnSpcReduction="10000"/>
          </a:bodyPr>
          <a:lstStyle/>
          <a:p>
            <a:r>
              <a:rPr lang="en-US" sz="1800"/>
              <a:t>Project Goal: Develop a deep learning-based sentiment analysis model using RNNs and LSTMs to classify Amazon product reviews into positive or negative sentiments, aiming to understand contextual details in customer feedback.</a:t>
            </a:r>
          </a:p>
          <a:p>
            <a:r>
              <a:rPr lang="en-US" sz="1800"/>
              <a:t>Importance of Product Reviews: Online reviews significantly influence consumer purchasing decisions (93% of consumers are impacted) and provide valuable insights for businesses to improve customer service and product offerings.</a:t>
            </a:r>
            <a:endParaRPr lang="en-US"/>
          </a:p>
          <a:p>
            <a:r>
              <a:rPr lang="en-US" sz="1800"/>
              <a:t>Business &amp; Economic Impact: Poor sentiment analysis can cost companies billions, while positive reviews can boost conversion rates by up to 3 times, highlighting the importance of real-time sentiment insights for product performance.</a:t>
            </a:r>
            <a:endParaRPr lang="en-US"/>
          </a:p>
          <a:p>
            <a:r>
              <a:rPr lang="en-US" sz="1800"/>
              <a:t>Challenges in Manual Review Analysis: The sheer volume of daily reviews makes manual sentiment assessment time-consuming and subjective, creating the need for automated, scalable solutions like deep learning models.</a:t>
            </a:r>
            <a:endParaRPr lang="en-US"/>
          </a:p>
          <a:p>
            <a:r>
              <a:rPr lang="en-US" sz="1800"/>
              <a:t>Relevance to NLP: RNNs are ideal for sentiment analysis as they process sequential data, capturing the temporal dependencies and contextual nuances in text, making them more effective for understanding sentiment in complex reviews.</a:t>
            </a:r>
            <a:endParaRPr lang="en-US"/>
          </a:p>
        </p:txBody>
      </p:sp>
    </p:spTree>
    <p:extLst>
      <p:ext uri="{BB962C8B-B14F-4D97-AF65-F5344CB8AC3E}">
        <p14:creationId xmlns:p14="http://schemas.microsoft.com/office/powerpoint/2010/main" val="189599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A7BA5-A885-A3C2-4B78-4AF20822FA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9634C7-FD49-1F23-A6E8-7CE12C8F0A52}"/>
              </a:ext>
            </a:extLst>
          </p:cNvPr>
          <p:cNvSpPr>
            <a:spLocks noGrp="1"/>
          </p:cNvSpPr>
          <p:nvPr>
            <p:ph type="title"/>
          </p:nvPr>
        </p:nvSpPr>
        <p:spPr/>
        <p:txBody>
          <a:bodyPr/>
          <a:lstStyle/>
          <a:p>
            <a:r>
              <a:rPr lang="en-US"/>
              <a:t>Data</a:t>
            </a:r>
          </a:p>
        </p:txBody>
      </p:sp>
      <p:sp>
        <p:nvSpPr>
          <p:cNvPr id="3" name="Content Placeholder 2">
            <a:extLst>
              <a:ext uri="{FF2B5EF4-FFF2-40B4-BE49-F238E27FC236}">
                <a16:creationId xmlns:a16="http://schemas.microsoft.com/office/drawing/2014/main" id="{011D4AB7-2E05-8F15-3770-E6573DE3E0A2}"/>
              </a:ext>
            </a:extLst>
          </p:cNvPr>
          <p:cNvSpPr>
            <a:spLocks noGrp="1"/>
          </p:cNvSpPr>
          <p:nvPr>
            <p:ph idx="1"/>
          </p:nvPr>
        </p:nvSpPr>
        <p:spPr>
          <a:xfrm>
            <a:off x="548641" y="1774826"/>
            <a:ext cx="10995660" cy="4029074"/>
          </a:xfrm>
        </p:spPr>
        <p:txBody>
          <a:bodyPr vert="horz" lIns="91440" tIns="45720" rIns="91440" bIns="45720" rtlCol="0" anchor="t">
            <a:noAutofit/>
          </a:bodyPr>
          <a:lstStyle/>
          <a:p>
            <a:r>
              <a:rPr lang="en-US" sz="1600"/>
              <a:t>Amazon Reviews Dataset from Kaggle</a:t>
            </a:r>
          </a:p>
          <a:p>
            <a:r>
              <a:rPr lang="en-US" sz="1600"/>
              <a:t>Structure:</a:t>
            </a:r>
          </a:p>
          <a:p>
            <a:pPr lvl="1">
              <a:buFont typeface="Courier New" panose="020B0604020202020204" pitchFamily="34" charset="0"/>
              <a:buChar char="o"/>
            </a:pPr>
            <a:r>
              <a:rPr lang="en-US" sz="1400"/>
              <a:t>Binary classification:</a:t>
            </a:r>
          </a:p>
          <a:p>
            <a:pPr lvl="2">
              <a:buFont typeface="Wingdings" panose="020B0604020202020204" pitchFamily="34" charset="0"/>
              <a:buChar char="§"/>
            </a:pPr>
            <a:r>
              <a:rPr lang="en-US" sz="1200"/>
              <a:t>__label__1: 1-2 star reviews (negative sentiment)</a:t>
            </a:r>
          </a:p>
          <a:p>
            <a:pPr lvl="2">
              <a:buFont typeface="Wingdings" panose="020B0604020202020204" pitchFamily="34" charset="0"/>
              <a:buChar char="§"/>
            </a:pPr>
            <a:r>
              <a:rPr lang="en-US" sz="1200"/>
              <a:t>__label__2: 4-5 star reviews (positive sentiment)</a:t>
            </a:r>
          </a:p>
          <a:p>
            <a:pPr lvl="1">
              <a:buFont typeface="Courier New" panose="020B0604020202020204" pitchFamily="34" charset="0"/>
              <a:buChar char="o"/>
            </a:pPr>
            <a:r>
              <a:rPr lang="en-US" sz="1400"/>
              <a:t>Excludes neutral 3-star reviews</a:t>
            </a:r>
          </a:p>
          <a:p>
            <a:pPr lvl="1">
              <a:buFont typeface="Courier New" panose="020B0604020202020204" pitchFamily="34" charset="0"/>
              <a:buChar char="o"/>
            </a:pPr>
            <a:r>
              <a:rPr lang="en-US" sz="1400"/>
              <a:t>Includes review titles and text</a:t>
            </a:r>
          </a:p>
          <a:p>
            <a:pPr lvl="1">
              <a:buFont typeface="Courier New" panose="020B0604020202020204" pitchFamily="34" charset="0"/>
              <a:buChar char="o"/>
            </a:pPr>
            <a:r>
              <a:rPr lang="en-US" sz="1400"/>
              <a:t>Primarily English reviews, some multilingual content</a:t>
            </a:r>
          </a:p>
          <a:p>
            <a:r>
              <a:rPr lang="en-US" sz="1600"/>
              <a:t>Volume:</a:t>
            </a:r>
          </a:p>
          <a:p>
            <a:pPr lvl="1">
              <a:buFont typeface="Courier New" panose="020B0604020202020204" pitchFamily="34" charset="0"/>
              <a:buChar char="o"/>
            </a:pPr>
            <a:r>
              <a:rPr lang="en-US" sz="1400"/>
              <a:t>Training: 468 MB (3.6 million rows)</a:t>
            </a:r>
          </a:p>
          <a:p>
            <a:pPr lvl="1">
              <a:buFont typeface="Courier New" panose="020B0604020202020204" pitchFamily="34" charset="0"/>
              <a:buChar char="o"/>
            </a:pPr>
            <a:r>
              <a:rPr lang="en-US" sz="1400"/>
              <a:t>Test: 52 MB (400K rows)</a:t>
            </a:r>
          </a:p>
        </p:txBody>
      </p:sp>
      <p:sp>
        <p:nvSpPr>
          <p:cNvPr id="7" name="TextBox 6">
            <a:extLst>
              <a:ext uri="{FF2B5EF4-FFF2-40B4-BE49-F238E27FC236}">
                <a16:creationId xmlns:a16="http://schemas.microsoft.com/office/drawing/2014/main" id="{D8782D74-0C16-4F8E-B5C4-D7348301275F}"/>
              </a:ext>
            </a:extLst>
          </p:cNvPr>
          <p:cNvSpPr txBox="1"/>
          <p:nvPr/>
        </p:nvSpPr>
        <p:spPr>
          <a:xfrm>
            <a:off x="551793" y="6463862"/>
            <a:ext cx="10922000"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Dataset: </a:t>
            </a:r>
            <a:r>
              <a:rPr lang="en-US" sz="1000">
                <a:latin typeface="Univers Light"/>
                <a:cs typeface="Segoe UI"/>
                <a:hlinkClick r:id="rId2"/>
              </a:rPr>
              <a:t>https://www.kaggle.com/datasets/bittlingmayer/amazonreviews</a:t>
            </a:r>
            <a:r>
              <a:rPr lang="en-US" sz="1000">
                <a:latin typeface="Univers Light"/>
                <a:cs typeface="Segoe UI"/>
              </a:rPr>
              <a:t> </a:t>
            </a:r>
            <a:endParaRPr lang="en-US">
              <a:latin typeface="Univers Light"/>
            </a:endParaRPr>
          </a:p>
        </p:txBody>
      </p:sp>
    </p:spTree>
    <p:extLst>
      <p:ext uri="{BB962C8B-B14F-4D97-AF65-F5344CB8AC3E}">
        <p14:creationId xmlns:p14="http://schemas.microsoft.com/office/powerpoint/2010/main" val="3409074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30942-6B53-D5C9-FB44-906723B4C5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5C195A-E759-90BB-E04B-16495DB39C42}"/>
              </a:ext>
            </a:extLst>
          </p:cNvPr>
          <p:cNvSpPr>
            <a:spLocks noGrp="1"/>
          </p:cNvSpPr>
          <p:nvPr>
            <p:ph type="title"/>
          </p:nvPr>
        </p:nvSpPr>
        <p:spPr/>
        <p:txBody>
          <a:bodyPr/>
          <a:lstStyle/>
          <a:p>
            <a:r>
              <a:rPr lang="en-US"/>
              <a:t>Expected Outcomes</a:t>
            </a:r>
          </a:p>
        </p:txBody>
      </p:sp>
      <p:sp>
        <p:nvSpPr>
          <p:cNvPr id="3" name="Content Placeholder 2">
            <a:extLst>
              <a:ext uri="{FF2B5EF4-FFF2-40B4-BE49-F238E27FC236}">
                <a16:creationId xmlns:a16="http://schemas.microsoft.com/office/drawing/2014/main" id="{561DF218-F7FB-7990-FCA8-A1470EFEF72E}"/>
              </a:ext>
            </a:extLst>
          </p:cNvPr>
          <p:cNvSpPr>
            <a:spLocks noGrp="1"/>
          </p:cNvSpPr>
          <p:nvPr>
            <p:ph idx="1"/>
          </p:nvPr>
        </p:nvSpPr>
        <p:spPr>
          <a:xfrm>
            <a:off x="548641" y="1801102"/>
            <a:ext cx="10995660" cy="4029074"/>
          </a:xfrm>
        </p:spPr>
        <p:txBody>
          <a:bodyPr vert="horz" lIns="91440" tIns="45720" rIns="91440" bIns="45720" rtlCol="0" anchor="t">
            <a:normAutofit/>
          </a:bodyPr>
          <a:lstStyle/>
          <a:p>
            <a:r>
              <a:rPr lang="en-US" sz="1600"/>
              <a:t>Comparative performance analysis of RNN and LSTM models</a:t>
            </a:r>
          </a:p>
          <a:p>
            <a:r>
              <a:rPr lang="en-US" sz="1600"/>
              <a:t>Understanding of deep learning model's sentiment classification capabilities</a:t>
            </a:r>
          </a:p>
          <a:p>
            <a:r>
              <a:rPr lang="en-US" sz="1600"/>
              <a:t>Using Accuracy to evaluate the percentage of correctly classified sentiment labels (positive, negative, neutral) to the total number of samples</a:t>
            </a:r>
          </a:p>
        </p:txBody>
      </p:sp>
    </p:spTree>
    <p:extLst>
      <p:ext uri="{BB962C8B-B14F-4D97-AF65-F5344CB8AC3E}">
        <p14:creationId xmlns:p14="http://schemas.microsoft.com/office/powerpoint/2010/main" val="140416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DEDFD-FA24-175E-1B00-AD3E72E67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B6B173-054D-4619-30AC-66B2BCF20C99}"/>
              </a:ext>
            </a:extLst>
          </p:cNvPr>
          <p:cNvSpPr>
            <a:spLocks noGrp="1"/>
          </p:cNvSpPr>
          <p:nvPr>
            <p:ph type="title"/>
          </p:nvPr>
        </p:nvSpPr>
        <p:spPr/>
        <p:txBody>
          <a:bodyPr/>
          <a:lstStyle/>
          <a:p>
            <a:r>
              <a:rPr lang="en-US"/>
              <a:t>Model Building</a:t>
            </a:r>
          </a:p>
        </p:txBody>
      </p:sp>
      <p:sp>
        <p:nvSpPr>
          <p:cNvPr id="3" name="Content Placeholder 2">
            <a:extLst>
              <a:ext uri="{FF2B5EF4-FFF2-40B4-BE49-F238E27FC236}">
                <a16:creationId xmlns:a16="http://schemas.microsoft.com/office/drawing/2014/main" id="{9543313A-93A8-383A-F717-7E80B9FDA999}"/>
              </a:ext>
            </a:extLst>
          </p:cNvPr>
          <p:cNvSpPr>
            <a:spLocks noGrp="1"/>
          </p:cNvSpPr>
          <p:nvPr>
            <p:ph sz="half" idx="1"/>
          </p:nvPr>
        </p:nvSpPr>
        <p:spPr/>
        <p:txBody>
          <a:bodyPr vert="horz" lIns="91440" tIns="45720" rIns="91440" bIns="45720" rtlCol="0" anchor="t">
            <a:normAutofit fontScale="77500" lnSpcReduction="20000"/>
          </a:bodyPr>
          <a:lstStyle/>
          <a:p>
            <a:pPr>
              <a:spcAft>
                <a:spcPts val="400"/>
              </a:spcAft>
            </a:pPr>
            <a:r>
              <a:rPr lang="en-US">
                <a:latin typeface="Univers Light"/>
              </a:rPr>
              <a:t>Data Pre-Processing</a:t>
            </a:r>
            <a:endParaRPr lang="en-US"/>
          </a:p>
          <a:p>
            <a:pPr lvl="1" algn="just">
              <a:spcAft>
                <a:spcPts val="400"/>
              </a:spcAft>
              <a:buFont typeface="Courier New" panose="020B0604020202020204" pitchFamily="34" charset="0"/>
              <a:buChar char="o"/>
            </a:pPr>
            <a:r>
              <a:rPr lang="en-US" err="1">
                <a:ea typeface="+mn-lt"/>
                <a:cs typeface="+mn-lt"/>
              </a:rPr>
              <a:t>PySpark</a:t>
            </a:r>
            <a:r>
              <a:rPr lang="en-US">
                <a:ea typeface="+mn-lt"/>
                <a:cs typeface="+mn-lt"/>
              </a:rPr>
              <a:t> was used for preprocessing the large dataset (4 million reviews) due to its ability to handle scalable, distributed processing, which is essential for tasks like cleaning, tokenization, and applying UDFs on such a large volume of data. By leveraging Apache Spark's parallel processing across multiple CPU cores or machines, </a:t>
            </a:r>
            <a:r>
              <a:rPr lang="en-US" err="1">
                <a:ea typeface="+mn-lt"/>
                <a:cs typeface="+mn-lt"/>
              </a:rPr>
              <a:t>PySpark</a:t>
            </a:r>
            <a:r>
              <a:rPr lang="en-US">
                <a:ea typeface="+mn-lt"/>
                <a:cs typeface="+mn-lt"/>
              </a:rPr>
              <a:t> significantly speeds up preprocessing and makes it feasible to work with datasets that would exceed the memory capacity of a single machine.</a:t>
            </a:r>
            <a:endParaRPr lang="en-US"/>
          </a:p>
          <a:p>
            <a:pPr lvl="2">
              <a:buFont typeface="Wingdings" panose="020B0604020202020204" pitchFamily="34" charset="0"/>
              <a:buChar char="§"/>
            </a:pPr>
            <a:endParaRPr lang="en-US">
              <a:ea typeface="+mn-lt"/>
              <a:cs typeface="+mn-lt"/>
            </a:endParaRPr>
          </a:p>
        </p:txBody>
      </p:sp>
      <p:sp>
        <p:nvSpPr>
          <p:cNvPr id="5" name="Content Placeholder 4">
            <a:extLst>
              <a:ext uri="{FF2B5EF4-FFF2-40B4-BE49-F238E27FC236}">
                <a16:creationId xmlns:a16="http://schemas.microsoft.com/office/drawing/2014/main" id="{2D69D65F-AE4A-8CFA-0C0E-B5913D0A0E82}"/>
              </a:ext>
            </a:extLst>
          </p:cNvPr>
          <p:cNvSpPr>
            <a:spLocks noGrp="1"/>
          </p:cNvSpPr>
          <p:nvPr>
            <p:ph sz="half" idx="2"/>
          </p:nvPr>
        </p:nvSpPr>
        <p:spPr/>
        <p:txBody>
          <a:bodyPr vert="horz" lIns="91440" tIns="45720" rIns="91440" bIns="45720" rtlCol="0" anchor="t">
            <a:normAutofit fontScale="77500" lnSpcReduction="20000"/>
          </a:bodyPr>
          <a:lstStyle/>
          <a:p>
            <a:pPr marL="0" indent="0">
              <a:buNone/>
            </a:pPr>
            <a:r>
              <a:rPr lang="en-US"/>
              <a:t>Processing Steps:</a:t>
            </a:r>
          </a:p>
          <a:p>
            <a:pPr marL="457200" indent="-457200">
              <a:buAutoNum type="arabicPeriod"/>
            </a:pPr>
            <a:r>
              <a:rPr lang="en-US"/>
              <a:t>Environment Setup</a:t>
            </a:r>
          </a:p>
          <a:p>
            <a:pPr marL="457200" indent="-457200">
              <a:buAutoNum type="arabicPeriod"/>
            </a:pPr>
            <a:r>
              <a:rPr lang="en-US"/>
              <a:t>Spark Session Initialization</a:t>
            </a:r>
          </a:p>
          <a:p>
            <a:pPr marL="457200" indent="-457200">
              <a:buAutoNum type="arabicPeriod"/>
            </a:pPr>
            <a:r>
              <a:rPr lang="en-US"/>
              <a:t>Data Loading</a:t>
            </a:r>
          </a:p>
          <a:p>
            <a:pPr marL="457200" indent="-457200">
              <a:buAutoNum type="arabicPeriod"/>
            </a:pPr>
            <a:r>
              <a:rPr lang="en-US"/>
              <a:t>Data Shaping and Feature Extraction</a:t>
            </a:r>
          </a:p>
          <a:p>
            <a:pPr marL="457200" indent="-457200">
              <a:buAutoNum type="arabicPeriod"/>
            </a:pPr>
            <a:r>
              <a:rPr lang="en-US"/>
              <a:t>NLP Setup</a:t>
            </a:r>
          </a:p>
          <a:p>
            <a:pPr marL="457200" indent="-457200">
              <a:buAutoNum type="arabicPeriod"/>
            </a:pPr>
            <a:r>
              <a:rPr lang="en-US"/>
              <a:t>Text Cleaning and Preprocessing Functions</a:t>
            </a:r>
          </a:p>
          <a:p>
            <a:pPr marL="457200" indent="-457200">
              <a:buAutoNum type="arabicPeriod"/>
            </a:pPr>
            <a:r>
              <a:rPr lang="en-US"/>
              <a:t>Preprocessing Pipeline Execution</a:t>
            </a:r>
          </a:p>
          <a:p>
            <a:pPr marL="457200" indent="-457200">
              <a:buAutoNum type="arabicPeriod"/>
            </a:pPr>
            <a:r>
              <a:rPr lang="en-US"/>
              <a:t>Saving Processed Data</a:t>
            </a:r>
          </a:p>
          <a:p>
            <a:pPr marL="457200" indent="-457200">
              <a:buAutoNum type="arabicPeriod"/>
            </a:pPr>
            <a:r>
              <a:rPr lang="en-US"/>
              <a:t>Creating and Saving Sampled Datasets</a:t>
            </a:r>
          </a:p>
          <a:p>
            <a:pPr marL="457200" indent="-457200">
              <a:buAutoNum type="arabicPeriod"/>
            </a:pPr>
            <a:r>
              <a:rPr lang="en-US"/>
              <a:t>Cleanup</a:t>
            </a:r>
          </a:p>
        </p:txBody>
      </p:sp>
      <p:sp>
        <p:nvSpPr>
          <p:cNvPr id="4" name="TextBox 3">
            <a:extLst>
              <a:ext uri="{FF2B5EF4-FFF2-40B4-BE49-F238E27FC236}">
                <a16:creationId xmlns:a16="http://schemas.microsoft.com/office/drawing/2014/main" id="{1CF0DA12-6011-3009-410B-B9EF1C236AB2}"/>
              </a:ext>
            </a:extLst>
          </p:cNvPr>
          <p:cNvSpPr txBox="1"/>
          <p:nvPr/>
        </p:nvSpPr>
        <p:spPr>
          <a:xfrm>
            <a:off x="551793" y="6463862"/>
            <a:ext cx="10922000" cy="2539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Code Repository: </a:t>
            </a:r>
            <a:r>
              <a:rPr lang="en-US" sz="1000">
                <a:hlinkClick r:id="rId2"/>
              </a:rPr>
              <a:t>https://github.com/alliselwah/IE7500_GroupF.git</a:t>
            </a:r>
            <a:endParaRPr lang="en-US" sz="1000"/>
          </a:p>
        </p:txBody>
      </p:sp>
    </p:spTree>
    <p:extLst>
      <p:ext uri="{BB962C8B-B14F-4D97-AF65-F5344CB8AC3E}">
        <p14:creationId xmlns:p14="http://schemas.microsoft.com/office/powerpoint/2010/main" val="19904718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21A39D-F267-246A-FFC1-5CB28BDAF3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74B569-0D6D-63BE-727F-2349F57C99DE}"/>
              </a:ext>
            </a:extLst>
          </p:cNvPr>
          <p:cNvSpPr>
            <a:spLocks noGrp="1"/>
          </p:cNvSpPr>
          <p:nvPr>
            <p:ph type="title"/>
          </p:nvPr>
        </p:nvSpPr>
        <p:spPr/>
        <p:txBody>
          <a:bodyPr/>
          <a:lstStyle/>
          <a:p>
            <a:r>
              <a:rPr lang="en-US"/>
              <a:t>Model Training</a:t>
            </a:r>
          </a:p>
        </p:txBody>
      </p:sp>
      <p:sp>
        <p:nvSpPr>
          <p:cNvPr id="3" name="Content Placeholder 2">
            <a:extLst>
              <a:ext uri="{FF2B5EF4-FFF2-40B4-BE49-F238E27FC236}">
                <a16:creationId xmlns:a16="http://schemas.microsoft.com/office/drawing/2014/main" id="{4856C2BF-D621-DF8F-6069-0EB08345C3B3}"/>
              </a:ext>
            </a:extLst>
          </p:cNvPr>
          <p:cNvSpPr>
            <a:spLocks noGrp="1"/>
          </p:cNvSpPr>
          <p:nvPr>
            <p:ph sz="half" idx="1"/>
          </p:nvPr>
        </p:nvSpPr>
        <p:spPr>
          <a:xfrm>
            <a:off x="6259261" y="2029968"/>
            <a:ext cx="5281506" cy="4148138"/>
          </a:xfrm>
        </p:spPr>
        <p:txBody>
          <a:bodyPr vert="horz" lIns="91440" tIns="45720" rIns="91440" bIns="45720" rtlCol="0" anchor="t">
            <a:normAutofit/>
          </a:bodyPr>
          <a:lstStyle/>
          <a:p>
            <a:pPr marL="0" indent="0">
              <a:buNone/>
            </a:pPr>
            <a:r>
              <a:rPr lang="en-US" sz="1600">
                <a:latin typeface="Univers Light"/>
              </a:rPr>
              <a:t>Process Steps:</a:t>
            </a:r>
          </a:p>
          <a:p>
            <a:pPr marL="457200" indent="-457200">
              <a:buAutoNum type="arabicPeriod"/>
            </a:pPr>
            <a:r>
              <a:rPr lang="en-US" sz="1600">
                <a:latin typeface="Univers Light"/>
              </a:rPr>
              <a:t>Load Data</a:t>
            </a:r>
          </a:p>
          <a:p>
            <a:pPr marL="457200" indent="-457200">
              <a:buAutoNum type="arabicPeriod"/>
            </a:pPr>
            <a:r>
              <a:rPr lang="en-US" sz="1600">
                <a:latin typeface="Univers Light"/>
              </a:rPr>
              <a:t>Preprocess Text Data</a:t>
            </a:r>
          </a:p>
          <a:p>
            <a:pPr marL="457200" indent="-457200">
              <a:buAutoNum type="arabicPeriod"/>
            </a:pPr>
            <a:r>
              <a:rPr lang="en-US" sz="1600">
                <a:latin typeface="Univers Light"/>
              </a:rPr>
              <a:t>Define Model Architecture</a:t>
            </a:r>
          </a:p>
          <a:p>
            <a:pPr marL="457200" indent="-457200">
              <a:buAutoNum type="arabicPeriod"/>
            </a:pPr>
            <a:r>
              <a:rPr lang="en-US" sz="1600">
                <a:latin typeface="Univers Light"/>
              </a:rPr>
              <a:t>Compile the Model</a:t>
            </a:r>
          </a:p>
          <a:p>
            <a:pPr marL="457200" indent="-457200">
              <a:buAutoNum type="arabicPeriod"/>
            </a:pPr>
            <a:r>
              <a:rPr lang="en-US" sz="1600">
                <a:latin typeface="Univers Light"/>
              </a:rPr>
              <a:t>Set Up Callbacks</a:t>
            </a:r>
          </a:p>
          <a:p>
            <a:pPr marL="457200" indent="-457200">
              <a:buAutoNum type="arabicPeriod"/>
            </a:pPr>
            <a:r>
              <a:rPr lang="en-US" sz="1600">
                <a:latin typeface="Univers Light"/>
              </a:rPr>
              <a:t>Train the Model</a:t>
            </a:r>
          </a:p>
          <a:p>
            <a:pPr marL="457200" indent="-457200">
              <a:buAutoNum type="arabicPeriod"/>
            </a:pPr>
            <a:r>
              <a:rPr lang="en-US" sz="1600">
                <a:latin typeface="Univers Light"/>
              </a:rPr>
              <a:t>Evaluate the Model</a:t>
            </a:r>
          </a:p>
          <a:p>
            <a:pPr marL="457200" indent="-457200">
              <a:buAutoNum type="arabicPeriod"/>
            </a:pPr>
            <a:r>
              <a:rPr lang="en-US" sz="1600">
                <a:latin typeface="Univers Light"/>
              </a:rPr>
              <a:t>Generate Predictions</a:t>
            </a:r>
          </a:p>
        </p:txBody>
      </p:sp>
      <p:sp>
        <p:nvSpPr>
          <p:cNvPr id="5" name="Content Placeholder 4">
            <a:extLst>
              <a:ext uri="{FF2B5EF4-FFF2-40B4-BE49-F238E27FC236}">
                <a16:creationId xmlns:a16="http://schemas.microsoft.com/office/drawing/2014/main" id="{0C052A2B-4545-4EB8-2ACD-9D073677374D}"/>
              </a:ext>
            </a:extLst>
          </p:cNvPr>
          <p:cNvSpPr>
            <a:spLocks noGrp="1"/>
          </p:cNvSpPr>
          <p:nvPr>
            <p:ph sz="half" idx="2"/>
          </p:nvPr>
        </p:nvSpPr>
        <p:spPr>
          <a:xfrm>
            <a:off x="547307" y="2029968"/>
            <a:ext cx="5281506" cy="4148138"/>
          </a:xfrm>
        </p:spPr>
        <p:txBody>
          <a:bodyPr vert="horz" lIns="91440" tIns="45720" rIns="91440" bIns="45720" rtlCol="0" anchor="t">
            <a:normAutofit/>
          </a:bodyPr>
          <a:lstStyle/>
          <a:p>
            <a:pPr marL="342900" indent="-342900"/>
            <a:r>
              <a:rPr lang="en-US" sz="1600"/>
              <a:t>After each training and evaluation, the model is saved to enable reuse</a:t>
            </a:r>
          </a:p>
          <a:p>
            <a:pPr marL="342900" indent="-342900"/>
            <a:r>
              <a:rPr lang="en-US" sz="1600" b="1" err="1"/>
              <a:t>save_complete_model</a:t>
            </a:r>
            <a:r>
              <a:rPr lang="en-US" sz="1600" b="1"/>
              <a:t>()</a:t>
            </a:r>
            <a:r>
              <a:rPr lang="en-US" sz="1600"/>
              <a:t> function was created to save the entire model, including the network architecture, learned weights, and configuration of the optimizer, and utilized the </a:t>
            </a:r>
            <a:r>
              <a:rPr lang="en-US" sz="1600" err="1"/>
              <a:t>Keras</a:t>
            </a:r>
            <a:r>
              <a:rPr lang="en-US" sz="1600"/>
              <a:t> </a:t>
            </a:r>
            <a:r>
              <a:rPr lang="en-US" sz="1600" err="1"/>
              <a:t>model.save</a:t>
            </a:r>
            <a:r>
              <a:rPr lang="en-US" sz="1600"/>
              <a:t>() method</a:t>
            </a:r>
          </a:p>
          <a:p>
            <a:pPr marL="342900" indent="-342900"/>
            <a:r>
              <a:rPr lang="en-US" sz="1600"/>
              <a:t>Alongside of the model file, a JSON file containing metadata, such as model type, save date, and framework version is saved for tracking purposes. </a:t>
            </a:r>
          </a:p>
        </p:txBody>
      </p:sp>
    </p:spTree>
    <p:extLst>
      <p:ext uri="{BB962C8B-B14F-4D97-AF65-F5344CB8AC3E}">
        <p14:creationId xmlns:p14="http://schemas.microsoft.com/office/powerpoint/2010/main" val="21315724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99023B-0C6F-02CD-65A9-AE4AE25518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9730CE-52FF-17CF-60BA-38CEE4575537}"/>
              </a:ext>
            </a:extLst>
          </p:cNvPr>
          <p:cNvSpPr>
            <a:spLocks noGrp="1"/>
          </p:cNvSpPr>
          <p:nvPr>
            <p:ph type="title"/>
          </p:nvPr>
        </p:nvSpPr>
        <p:spPr/>
        <p:txBody>
          <a:bodyPr/>
          <a:lstStyle/>
          <a:p>
            <a:r>
              <a:rPr lang="en-US"/>
              <a:t>Model Evaluation</a:t>
            </a:r>
          </a:p>
        </p:txBody>
      </p:sp>
      <p:sp>
        <p:nvSpPr>
          <p:cNvPr id="4" name="Text Placeholder 3">
            <a:extLst>
              <a:ext uri="{FF2B5EF4-FFF2-40B4-BE49-F238E27FC236}">
                <a16:creationId xmlns:a16="http://schemas.microsoft.com/office/drawing/2014/main" id="{D69F2F9F-DB77-3C2C-B17F-7C73F4C195AB}"/>
              </a:ext>
            </a:extLst>
          </p:cNvPr>
          <p:cNvSpPr>
            <a:spLocks noGrp="1"/>
          </p:cNvSpPr>
          <p:nvPr>
            <p:ph type="body" sz="half" idx="2"/>
          </p:nvPr>
        </p:nvSpPr>
        <p:spPr>
          <a:xfrm>
            <a:off x="548641" y="1715448"/>
            <a:ext cx="11095815" cy="1485037"/>
          </a:xfrm>
        </p:spPr>
        <p:txBody>
          <a:bodyPr vert="horz" lIns="91440" tIns="45720" rIns="91440" bIns="45720" rtlCol="0" anchor="t">
            <a:noAutofit/>
          </a:bodyPr>
          <a:lstStyle/>
          <a:p>
            <a:r>
              <a:rPr lang="en-US" sz="1400"/>
              <a:t>A systematic experimentation process was conducted to identify the most effective model architecture and hyperparameters by testing combinations of recurrent layer types (Simple RNN, LSTM, GRU), vocabulary sizes (11,092 or 422,794 words), neuron counts (32 or 64), learning rates (0.001 or 0.005), activation functions (</a:t>
            </a:r>
            <a:r>
              <a:rPr lang="en-US" sz="1400" err="1"/>
              <a:t>ReLU</a:t>
            </a:r>
            <a:r>
              <a:rPr lang="en-US" sz="1400"/>
              <a:t> or Leaky </a:t>
            </a:r>
            <a:r>
              <a:rPr lang="en-US" sz="1400" err="1"/>
              <a:t>ReLU</a:t>
            </a:r>
            <a:r>
              <a:rPr lang="en-US" sz="1400"/>
              <a:t>), dataset sizes ('Small' vs. 'Large'), and mechanisms like Attention layers and Early Stopping. Each unique configuration was treated as a separate experiment, logged using </a:t>
            </a:r>
            <a:r>
              <a:rPr lang="en-US" sz="1400" err="1"/>
              <a:t>MLflow</a:t>
            </a:r>
            <a:r>
              <a:rPr lang="en-US" sz="1400"/>
              <a:t>, with validation accuracy used as the primary metric for performance comparison.</a:t>
            </a:r>
          </a:p>
        </p:txBody>
      </p:sp>
      <p:pic>
        <p:nvPicPr>
          <p:cNvPr id="11" name="Picture 10" descr="Experiment Sheet">
            <a:extLst>
              <a:ext uri="{FF2B5EF4-FFF2-40B4-BE49-F238E27FC236}">
                <a16:creationId xmlns:a16="http://schemas.microsoft.com/office/drawing/2014/main" id="{379981EF-C011-282D-A1AD-E49BB59DC824}"/>
              </a:ext>
            </a:extLst>
          </p:cNvPr>
          <p:cNvPicPr>
            <a:picLocks noChangeAspect="1"/>
          </p:cNvPicPr>
          <p:nvPr/>
        </p:nvPicPr>
        <p:blipFill>
          <a:blip r:embed="rId2"/>
          <a:stretch>
            <a:fillRect/>
          </a:stretch>
        </p:blipFill>
        <p:spPr>
          <a:xfrm>
            <a:off x="491920" y="3349786"/>
            <a:ext cx="11199401" cy="2646400"/>
          </a:xfrm>
          <a:prstGeom prst="rect">
            <a:avLst/>
          </a:prstGeom>
        </p:spPr>
      </p:pic>
    </p:spTree>
    <p:extLst>
      <p:ext uri="{BB962C8B-B14F-4D97-AF65-F5344CB8AC3E}">
        <p14:creationId xmlns:p14="http://schemas.microsoft.com/office/powerpoint/2010/main" val="2347594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F3B1C-F0E7-8B0C-EA8B-30E103AC03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62680-85BE-5BDB-7241-857A7EC3E430}"/>
              </a:ext>
            </a:extLst>
          </p:cNvPr>
          <p:cNvSpPr>
            <a:spLocks noGrp="1"/>
          </p:cNvSpPr>
          <p:nvPr>
            <p:ph type="title"/>
          </p:nvPr>
        </p:nvSpPr>
        <p:spPr>
          <a:xfrm>
            <a:off x="548642" y="952500"/>
            <a:ext cx="5507945" cy="2397918"/>
          </a:xfrm>
        </p:spPr>
        <p:txBody>
          <a:bodyPr/>
          <a:lstStyle/>
          <a:p>
            <a:r>
              <a:rPr lang="en-US"/>
              <a:t>Model Evaluation </a:t>
            </a:r>
            <a:r>
              <a:rPr lang="en-US" sz="1400"/>
              <a:t>(continued...)</a:t>
            </a:r>
          </a:p>
        </p:txBody>
      </p:sp>
      <p:sp>
        <p:nvSpPr>
          <p:cNvPr id="4" name="Text Placeholder 3">
            <a:extLst>
              <a:ext uri="{FF2B5EF4-FFF2-40B4-BE49-F238E27FC236}">
                <a16:creationId xmlns:a16="http://schemas.microsoft.com/office/drawing/2014/main" id="{1F269275-0101-8E13-190B-DC0BA7661EC6}"/>
              </a:ext>
            </a:extLst>
          </p:cNvPr>
          <p:cNvSpPr>
            <a:spLocks noGrp="1"/>
          </p:cNvSpPr>
          <p:nvPr>
            <p:ph type="body" sz="half" idx="2"/>
          </p:nvPr>
        </p:nvSpPr>
        <p:spPr>
          <a:xfrm>
            <a:off x="548641" y="1636620"/>
            <a:ext cx="11095815" cy="1485037"/>
          </a:xfrm>
        </p:spPr>
        <p:txBody>
          <a:bodyPr vert="horz" lIns="91440" tIns="45720" rIns="91440" bIns="45720" rtlCol="0" anchor="t">
            <a:noAutofit/>
          </a:bodyPr>
          <a:lstStyle/>
          <a:p>
            <a:r>
              <a:rPr lang="en-US" sz="1400">
                <a:ea typeface="+mn-lt"/>
                <a:cs typeface="+mn-lt"/>
              </a:rPr>
              <a:t>The plot illustrates how different hyperparameter settings relate to performance metrics across experiments, with each line representing a run and its color indicating validation accuracy—warmer colors (yellow/orange) for higher accuracy (~0.95–0.96) and cooler colors (blue/purple) for lower accuracy (~0.91–0.92).</a:t>
            </a:r>
            <a:endParaRPr lang="en-US"/>
          </a:p>
        </p:txBody>
      </p:sp>
      <p:pic>
        <p:nvPicPr>
          <p:cNvPr id="3" name="Picture 2" descr="Experiment Results">
            <a:extLst>
              <a:ext uri="{FF2B5EF4-FFF2-40B4-BE49-F238E27FC236}">
                <a16:creationId xmlns:a16="http://schemas.microsoft.com/office/drawing/2014/main" id="{3CBB242D-DCBC-4110-4784-026941EF23C5}"/>
              </a:ext>
            </a:extLst>
          </p:cNvPr>
          <p:cNvPicPr>
            <a:picLocks noChangeAspect="1"/>
          </p:cNvPicPr>
          <p:nvPr/>
        </p:nvPicPr>
        <p:blipFill>
          <a:blip r:embed="rId2"/>
          <a:stretch>
            <a:fillRect/>
          </a:stretch>
        </p:blipFill>
        <p:spPr>
          <a:xfrm>
            <a:off x="2172137" y="2657776"/>
            <a:ext cx="7847725" cy="3556932"/>
          </a:xfrm>
          <a:prstGeom prst="rect">
            <a:avLst/>
          </a:prstGeom>
        </p:spPr>
      </p:pic>
    </p:spTree>
    <p:extLst>
      <p:ext uri="{BB962C8B-B14F-4D97-AF65-F5344CB8AC3E}">
        <p14:creationId xmlns:p14="http://schemas.microsoft.com/office/powerpoint/2010/main" val="30409377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84D1B-2121-A66E-AC40-C0E64CE412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B908D-462E-14F0-2319-337FA44105D1}"/>
              </a:ext>
            </a:extLst>
          </p:cNvPr>
          <p:cNvSpPr>
            <a:spLocks noGrp="1"/>
          </p:cNvSpPr>
          <p:nvPr>
            <p:ph type="title"/>
          </p:nvPr>
        </p:nvSpPr>
        <p:spPr/>
        <p:txBody>
          <a:bodyPr/>
          <a:lstStyle/>
          <a:p>
            <a:r>
              <a:rPr lang="en-US"/>
              <a:t>Outcomes</a:t>
            </a:r>
          </a:p>
        </p:txBody>
      </p:sp>
      <p:sp>
        <p:nvSpPr>
          <p:cNvPr id="3" name="Content Placeholder 2">
            <a:extLst>
              <a:ext uri="{FF2B5EF4-FFF2-40B4-BE49-F238E27FC236}">
                <a16:creationId xmlns:a16="http://schemas.microsoft.com/office/drawing/2014/main" id="{A1B9363A-25F3-5D15-AE8F-B2D4B6FB14CA}"/>
              </a:ext>
            </a:extLst>
          </p:cNvPr>
          <p:cNvSpPr>
            <a:spLocks noGrp="1"/>
          </p:cNvSpPr>
          <p:nvPr>
            <p:ph idx="1"/>
          </p:nvPr>
        </p:nvSpPr>
        <p:spPr/>
        <p:txBody>
          <a:bodyPr vert="horz" lIns="91440" tIns="45720" rIns="91440" bIns="45720" rtlCol="0" anchor="t">
            <a:normAutofit/>
          </a:bodyPr>
          <a:lstStyle/>
          <a:p>
            <a:pPr marL="0" indent="0">
              <a:buNone/>
            </a:pPr>
            <a:r>
              <a:rPr lang="en-US" sz="1800">
                <a:latin typeface="Univers Light"/>
                <a:ea typeface="Calibri Light"/>
                <a:cs typeface="Calibri Light"/>
              </a:rPr>
              <a:t>The parallel coordinates plot highlights that using a higher number of neurons (e.g., 64), a larger embedding dimension (e.g., 150-200) and selecting specific RNN architectures (likely LSTM or GRU) were crucial factors in achieving the best validation and test accuracies (around 0.96) in these experiments. The number of epochs showed an optimal range rather than a simple linear trend. The results also showed good consistency between validation and test performance across the runs.</a:t>
            </a:r>
            <a:endParaRPr lang="en-US" sz="1800">
              <a:latin typeface="Univers Light"/>
            </a:endParaRPr>
          </a:p>
        </p:txBody>
      </p:sp>
    </p:spTree>
    <p:extLst>
      <p:ext uri="{BB962C8B-B14F-4D97-AF65-F5344CB8AC3E}">
        <p14:creationId xmlns:p14="http://schemas.microsoft.com/office/powerpoint/2010/main" val="27676092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9C270-CB9E-1488-E5FA-1459E7C76B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979B53-1145-A324-8E9E-91B00A541B3F}"/>
              </a:ext>
            </a:extLst>
          </p:cNvPr>
          <p:cNvSpPr>
            <a:spLocks noGrp="1"/>
          </p:cNvSpPr>
          <p:nvPr>
            <p:ph type="title"/>
          </p:nvPr>
        </p:nvSpPr>
        <p:spPr/>
        <p:txBody>
          <a:bodyPr/>
          <a:lstStyle/>
          <a:p>
            <a:r>
              <a:rPr lang="en-US"/>
              <a:t>Observations</a:t>
            </a:r>
          </a:p>
        </p:txBody>
      </p:sp>
      <p:sp>
        <p:nvSpPr>
          <p:cNvPr id="3" name="Content Placeholder 2">
            <a:extLst>
              <a:ext uri="{FF2B5EF4-FFF2-40B4-BE49-F238E27FC236}">
                <a16:creationId xmlns:a16="http://schemas.microsoft.com/office/drawing/2014/main" id="{2F6D6BCD-5454-F4BD-4090-486001331463}"/>
              </a:ext>
            </a:extLst>
          </p:cNvPr>
          <p:cNvSpPr>
            <a:spLocks noGrp="1"/>
          </p:cNvSpPr>
          <p:nvPr>
            <p:ph idx="1"/>
          </p:nvPr>
        </p:nvSpPr>
        <p:spPr>
          <a:xfrm>
            <a:off x="548641" y="1914964"/>
            <a:ext cx="10995660" cy="4029074"/>
          </a:xfrm>
        </p:spPr>
        <p:txBody>
          <a:bodyPr vert="horz" lIns="91440" tIns="45720" rIns="91440" bIns="45720" rtlCol="0" anchor="t">
            <a:normAutofit/>
          </a:bodyPr>
          <a:lstStyle/>
          <a:p>
            <a:r>
              <a:rPr lang="en-US" sz="1400" b="1"/>
              <a:t>Parameters vs. Metrics:</a:t>
            </a:r>
            <a:endParaRPr lang="en-US" b="1"/>
          </a:p>
          <a:p>
            <a:pPr lvl="1">
              <a:buFont typeface="Courier New" panose="020B0604020202020204" pitchFamily="34" charset="0"/>
              <a:buChar char="o"/>
            </a:pPr>
            <a:r>
              <a:rPr lang="en-US" sz="1200"/>
              <a:t>The plot maps activation_func, embedding_dim, epochs, number_of_neurons, and </a:t>
            </a:r>
            <a:r>
              <a:rPr lang="en-US" sz="1200" err="1"/>
              <a:t>rnn_type</a:t>
            </a:r>
            <a:r>
              <a:rPr lang="en-US" sz="1200"/>
              <a:t> against test_accuracy and val_accuracy.</a:t>
            </a:r>
            <a:endParaRPr lang="en-US"/>
          </a:p>
          <a:p>
            <a:r>
              <a:rPr lang="en-US" sz="1400" b="1"/>
              <a:t>Performance Range:</a:t>
            </a:r>
          </a:p>
          <a:p>
            <a:pPr lvl="1">
              <a:buFont typeface="Courier New" panose="020B0604020202020204" pitchFamily="34" charset="0"/>
              <a:buChar char="o"/>
            </a:pPr>
            <a:r>
              <a:rPr lang="en-US" sz="1200"/>
              <a:t>Validation and test accuracies across the 14 runs range from approximately 0.91 to 0.96.</a:t>
            </a:r>
            <a:endParaRPr lang="en-US" sz="2000"/>
          </a:p>
          <a:p>
            <a:r>
              <a:rPr lang="en-US" sz="1400" b="1"/>
              <a:t>Validation vs. Test Accuracy:</a:t>
            </a:r>
          </a:p>
          <a:p>
            <a:pPr lvl="1">
              <a:buFont typeface="Courier New" panose="020B0604020202020204" pitchFamily="34" charset="0"/>
              <a:buChar char="o"/>
            </a:pPr>
            <a:r>
              <a:rPr lang="en-US" sz="1200"/>
              <a:t>The relative heights of lines between the </a:t>
            </a:r>
            <a:r>
              <a:rPr lang="en-US" sz="1200" err="1"/>
              <a:t>val_accuracy</a:t>
            </a:r>
            <a:r>
              <a:rPr lang="en-US" sz="1200"/>
              <a:t> and </a:t>
            </a:r>
            <a:r>
              <a:rPr lang="en-US" sz="1200" err="1"/>
              <a:t>test_accuracy</a:t>
            </a:r>
            <a:r>
              <a:rPr lang="en-US" sz="1200"/>
              <a:t> axes were generally similar.</a:t>
            </a:r>
          </a:p>
          <a:p>
            <a:pPr lvl="1">
              <a:buFont typeface="Courier New" panose="020B0604020202020204" pitchFamily="34" charset="0"/>
              <a:buChar char="o"/>
            </a:pPr>
            <a:r>
              <a:rPr lang="en-US" sz="1400"/>
              <a:t>This suggests good generalization, as models that performed well on validation also performed well on the test set.</a:t>
            </a:r>
          </a:p>
          <a:p>
            <a:pPr lvl="1">
              <a:buFont typeface="Courier New" panose="020B0604020202020204" pitchFamily="34" charset="0"/>
              <a:buChar char="o"/>
            </a:pPr>
            <a:r>
              <a:rPr lang="en-US" sz="1400"/>
              <a:t>The best runs achieved both high validation and test accuracy (~0.96).</a:t>
            </a:r>
          </a:p>
          <a:p>
            <a:pPr lvl="1">
              <a:buFont typeface="Courier New" panose="020B0604020202020204" pitchFamily="34" charset="0"/>
              <a:buChar char="o"/>
            </a:pPr>
            <a:endParaRPr lang="en-US"/>
          </a:p>
          <a:p>
            <a:endParaRPr lang="en-US"/>
          </a:p>
        </p:txBody>
      </p:sp>
    </p:spTree>
    <p:extLst>
      <p:ext uri="{BB962C8B-B14F-4D97-AF65-F5344CB8AC3E}">
        <p14:creationId xmlns:p14="http://schemas.microsoft.com/office/powerpoint/2010/main" val="15281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19AB15-A7F1-2CE3-9B4F-F4ACF5265D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770E04-D980-86C2-3572-D62A2A00583B}"/>
              </a:ext>
            </a:extLst>
          </p:cNvPr>
          <p:cNvSpPr>
            <a:spLocks noGrp="1"/>
          </p:cNvSpPr>
          <p:nvPr>
            <p:ph type="title"/>
          </p:nvPr>
        </p:nvSpPr>
        <p:spPr/>
        <p:txBody>
          <a:bodyPr/>
          <a:lstStyle/>
          <a:p>
            <a:r>
              <a:rPr lang="en-US"/>
              <a:t>Observations </a:t>
            </a:r>
            <a:r>
              <a:rPr lang="en-US" sz="1400"/>
              <a:t>(continued...)</a:t>
            </a:r>
            <a:endParaRPr lang="en-US" sz="1400">
              <a:solidFill>
                <a:srgbClr val="000000"/>
              </a:solidFill>
            </a:endParaRPr>
          </a:p>
        </p:txBody>
      </p:sp>
      <p:sp>
        <p:nvSpPr>
          <p:cNvPr id="3" name="Content Placeholder 2">
            <a:extLst>
              <a:ext uri="{FF2B5EF4-FFF2-40B4-BE49-F238E27FC236}">
                <a16:creationId xmlns:a16="http://schemas.microsoft.com/office/drawing/2014/main" id="{1A115BC2-AB85-A349-5424-ECD92A5C1B5E}"/>
              </a:ext>
            </a:extLst>
          </p:cNvPr>
          <p:cNvSpPr>
            <a:spLocks noGrp="1"/>
          </p:cNvSpPr>
          <p:nvPr>
            <p:ph idx="1"/>
          </p:nvPr>
        </p:nvSpPr>
        <p:spPr>
          <a:xfrm>
            <a:off x="548641" y="1573378"/>
            <a:ext cx="10995660" cy="4721005"/>
          </a:xfrm>
        </p:spPr>
        <p:txBody>
          <a:bodyPr vert="horz" lIns="91440" tIns="45720" rIns="91440" bIns="45720" rtlCol="0" anchor="t">
            <a:noAutofit/>
          </a:bodyPr>
          <a:lstStyle/>
          <a:p>
            <a:r>
              <a:rPr lang="en-US" sz="1200" b="1">
                <a:ea typeface="+mn-lt"/>
                <a:cs typeface="+mn-lt"/>
              </a:rPr>
              <a:t>Key Parameter Influences:</a:t>
            </a:r>
          </a:p>
          <a:p>
            <a:pPr lvl="1">
              <a:buFont typeface="Courier New" panose="020B0604020202020204" pitchFamily="34" charset="0"/>
              <a:buChar char="o"/>
            </a:pPr>
            <a:r>
              <a:rPr lang="en-US" sz="1200" b="1">
                <a:ea typeface="+mn-lt"/>
                <a:cs typeface="+mn-lt"/>
              </a:rPr>
              <a:t>Number of Neurons:</a:t>
            </a:r>
            <a:endParaRPr lang="en-US" sz="1200">
              <a:ea typeface="+mn-lt"/>
              <a:cs typeface="+mn-lt"/>
            </a:endParaRPr>
          </a:p>
          <a:p>
            <a:pPr lvl="2">
              <a:buFont typeface="Wingdings" panose="020B0604020202020204" pitchFamily="34" charset="0"/>
              <a:buChar char="§"/>
            </a:pPr>
            <a:r>
              <a:rPr lang="en-US" sz="1200">
                <a:ea typeface="+mn-lt"/>
                <a:cs typeface="+mn-lt"/>
              </a:rPr>
              <a:t>Higher neuron counts (likely 64) consistently resulted in higher validation and test accuracies (warmer colored lines).</a:t>
            </a:r>
          </a:p>
          <a:p>
            <a:pPr lvl="2">
              <a:buFont typeface="Wingdings" panose="020B0604020202020204" pitchFamily="34" charset="0"/>
              <a:buChar char="§"/>
            </a:pPr>
            <a:r>
              <a:rPr lang="en-US" sz="1200">
                <a:ea typeface="+mn-lt"/>
                <a:cs typeface="+mn-lt"/>
              </a:rPr>
              <a:t>Lower neuron counts (likely 32) generally led to lower performance (cooler colored lines).</a:t>
            </a:r>
          </a:p>
          <a:p>
            <a:pPr lvl="1">
              <a:buFont typeface="Courier New" panose="020B0604020202020204" pitchFamily="34" charset="0"/>
              <a:buChar char="o"/>
            </a:pPr>
            <a:r>
              <a:rPr lang="en-US" sz="1200" b="1">
                <a:ea typeface="+mn-lt"/>
                <a:cs typeface="+mn-lt"/>
              </a:rPr>
              <a:t>Embedding Dimension:</a:t>
            </a:r>
          </a:p>
          <a:p>
            <a:pPr lvl="2">
              <a:buFont typeface="Wingdings" panose="020B0604020202020204" pitchFamily="34" charset="0"/>
              <a:buChar char="§"/>
            </a:pPr>
            <a:r>
              <a:rPr lang="en-US" sz="1200">
                <a:ea typeface="+mn-lt"/>
                <a:cs typeface="+mn-lt"/>
              </a:rPr>
              <a:t>Higher embedding dimensions (e.g., 150 and 200) strongly correlated with better performance.</a:t>
            </a:r>
          </a:p>
          <a:p>
            <a:pPr lvl="2">
              <a:buFont typeface="Wingdings" panose="020B0604020202020204" pitchFamily="34" charset="0"/>
              <a:buChar char="§"/>
            </a:pPr>
            <a:r>
              <a:rPr lang="en-US" sz="1200">
                <a:ea typeface="+mn-lt"/>
                <a:cs typeface="+mn-lt"/>
              </a:rPr>
              <a:t>Lower dimensions (e.g., 100) were associated with lower accuracy.</a:t>
            </a:r>
          </a:p>
          <a:p>
            <a:pPr lvl="1">
              <a:buFont typeface="Courier New" panose="020B0604020202020204" pitchFamily="34" charset="0"/>
              <a:buChar char="o"/>
            </a:pPr>
            <a:r>
              <a:rPr lang="en-US" sz="1200" b="1">
                <a:ea typeface="+mn-lt"/>
                <a:cs typeface="+mn-lt"/>
              </a:rPr>
              <a:t>RNN Type:</a:t>
            </a:r>
          </a:p>
          <a:p>
            <a:pPr lvl="2">
              <a:buFont typeface="Wingdings" panose="020B0604020202020204" pitchFamily="34" charset="0"/>
              <a:buChar char="§"/>
            </a:pPr>
            <a:r>
              <a:rPr lang="en-US" sz="1200">
                <a:ea typeface="+mn-lt"/>
                <a:cs typeface="+mn-lt"/>
              </a:rPr>
              <a:t>High-performing runs (brightest lines) clustered around specific RNN types, likely LSTM and possibly GRU.</a:t>
            </a:r>
          </a:p>
          <a:p>
            <a:pPr lvl="2">
              <a:buFont typeface="Wingdings" panose="020B0604020202020204" pitchFamily="34" charset="0"/>
              <a:buChar char="§"/>
            </a:pPr>
            <a:r>
              <a:rPr lang="en-US" sz="1200">
                <a:ea typeface="+mn-lt"/>
                <a:cs typeface="+mn-lt"/>
              </a:rPr>
              <a:t>Lower-performing runs were associated with the Simple RNN type.</a:t>
            </a:r>
          </a:p>
          <a:p>
            <a:pPr lvl="1">
              <a:buFont typeface="Courier New" panose="020B0604020202020204" pitchFamily="34" charset="0"/>
              <a:buChar char="o"/>
            </a:pPr>
            <a:r>
              <a:rPr lang="en-US" sz="1200" b="1">
                <a:ea typeface="+mn-lt"/>
                <a:cs typeface="+mn-lt"/>
              </a:rPr>
              <a:t>Epochs:</a:t>
            </a:r>
          </a:p>
          <a:p>
            <a:pPr lvl="2">
              <a:buFont typeface="Wingdings" panose="020B0604020202020204" pitchFamily="34" charset="0"/>
              <a:buChar char="§"/>
            </a:pPr>
            <a:r>
              <a:rPr lang="en-US" sz="1200">
                <a:ea typeface="+mn-lt"/>
                <a:cs typeface="+mn-lt"/>
              </a:rPr>
              <a:t>High-performing runs clustered around 10 to 15 epochs, but no strict linear correlation was observed.</a:t>
            </a:r>
          </a:p>
          <a:p>
            <a:pPr lvl="2">
              <a:buFont typeface="Wingdings" panose="020B0604020202020204" pitchFamily="34" charset="0"/>
              <a:buChar char="§"/>
            </a:pPr>
            <a:r>
              <a:rPr lang="en-US" sz="1200">
                <a:ea typeface="+mn-lt"/>
                <a:cs typeface="+mn-lt"/>
              </a:rPr>
              <a:t>Some runs with more epochs had lower performance, while one strong performer used ~10 epochs, suggesting an optimal range that interacts with other parameters.</a:t>
            </a:r>
          </a:p>
          <a:p>
            <a:pPr lvl="1">
              <a:buFont typeface="Courier New" panose="020B0604020202020204" pitchFamily="34" charset="0"/>
              <a:buChar char="o"/>
            </a:pPr>
            <a:r>
              <a:rPr lang="en-US" sz="1200" b="1">
                <a:ea typeface="+mn-lt"/>
                <a:cs typeface="+mn-lt"/>
              </a:rPr>
              <a:t>Activation Function:</a:t>
            </a:r>
          </a:p>
          <a:p>
            <a:pPr lvl="2">
              <a:buFont typeface="Wingdings" panose="020B0604020202020204" pitchFamily="34" charset="0"/>
              <a:buChar char="§"/>
            </a:pPr>
            <a:r>
              <a:rPr lang="en-US" sz="1200">
                <a:ea typeface="+mn-lt"/>
                <a:cs typeface="+mn-lt"/>
              </a:rPr>
              <a:t>High-performing runs appeared across multiple activation function values, suggesting activation function had less impact compared to other parameters and worked well when combined with the right settings.</a:t>
            </a:r>
          </a:p>
        </p:txBody>
      </p:sp>
    </p:spTree>
    <p:extLst>
      <p:ext uri="{BB962C8B-B14F-4D97-AF65-F5344CB8AC3E}">
        <p14:creationId xmlns:p14="http://schemas.microsoft.com/office/powerpoint/2010/main" val="19574652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4BC2A3-5C6F-9965-2A7F-6BE6D714ED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E416C-57D6-FDE3-39F3-38EFB4106ECC}"/>
              </a:ext>
            </a:extLst>
          </p:cNvPr>
          <p:cNvSpPr>
            <a:spLocks noGrp="1"/>
          </p:cNvSpPr>
          <p:nvPr>
            <p:ph type="title"/>
          </p:nvPr>
        </p:nvSpPr>
        <p:spPr/>
        <p:txBody>
          <a:bodyPr/>
          <a:lstStyle/>
          <a:p>
            <a:r>
              <a:rPr lang="en-US"/>
              <a:t>Additional Observations</a:t>
            </a:r>
          </a:p>
        </p:txBody>
      </p:sp>
      <p:pic>
        <p:nvPicPr>
          <p:cNvPr id="5" name="Picture 4" descr="A screenshot of a computer&#10;&#10;AI-generated content may be incorrect.">
            <a:extLst>
              <a:ext uri="{FF2B5EF4-FFF2-40B4-BE49-F238E27FC236}">
                <a16:creationId xmlns:a16="http://schemas.microsoft.com/office/drawing/2014/main" id="{6464B597-8EF3-F303-2311-5C0F8A303D99}"/>
              </a:ext>
            </a:extLst>
          </p:cNvPr>
          <p:cNvPicPr>
            <a:picLocks noChangeAspect="1"/>
          </p:cNvPicPr>
          <p:nvPr/>
        </p:nvPicPr>
        <p:blipFill>
          <a:blip r:embed="rId2"/>
          <a:stretch>
            <a:fillRect/>
          </a:stretch>
        </p:blipFill>
        <p:spPr>
          <a:xfrm>
            <a:off x="3957046" y="1671851"/>
            <a:ext cx="7587488" cy="4390030"/>
          </a:xfrm>
          <a:prstGeom prst="rect">
            <a:avLst/>
          </a:prstGeom>
        </p:spPr>
      </p:pic>
      <p:sp>
        <p:nvSpPr>
          <p:cNvPr id="7" name="Content Placeholder 6">
            <a:extLst>
              <a:ext uri="{FF2B5EF4-FFF2-40B4-BE49-F238E27FC236}">
                <a16:creationId xmlns:a16="http://schemas.microsoft.com/office/drawing/2014/main" id="{418195B7-C968-0036-1FC4-BF66B45FE2DF}"/>
              </a:ext>
            </a:extLst>
          </p:cNvPr>
          <p:cNvSpPr>
            <a:spLocks noGrp="1"/>
          </p:cNvSpPr>
          <p:nvPr>
            <p:ph idx="1"/>
          </p:nvPr>
        </p:nvSpPr>
        <p:spPr>
          <a:xfrm>
            <a:off x="548641" y="1676259"/>
            <a:ext cx="3341541" cy="4381641"/>
          </a:xfrm>
        </p:spPr>
        <p:txBody>
          <a:bodyPr vert="horz" lIns="91440" tIns="45720" rIns="91440" bIns="45720" rtlCol="0" anchor="t">
            <a:normAutofit/>
          </a:bodyPr>
          <a:lstStyle/>
          <a:p>
            <a:pPr marL="0" indent="0" algn="just">
              <a:buNone/>
            </a:pPr>
            <a:r>
              <a:rPr lang="en-US" sz="1400">
                <a:ea typeface="+mn-lt"/>
                <a:cs typeface="+mn-lt"/>
              </a:rPr>
              <a:t>The Sentiment Analysis experiments showed that Run </a:t>
            </a:r>
            <a:r>
              <a:rPr lang="en-US" sz="1400" b="1">
                <a:ea typeface="+mn-lt"/>
                <a:cs typeface="+mn-lt"/>
              </a:rPr>
              <a:t>EXP_1743551770</a:t>
            </a:r>
            <a:r>
              <a:rPr lang="en-US" sz="1400">
                <a:ea typeface="+mn-lt"/>
                <a:cs typeface="+mn-lt"/>
              </a:rPr>
              <a:t> outperformed other runs, achieving the highest test accuracy (~0.9585) and the lowest test loss (~0.17). The experiment's learning curves indicated steady improvement in training accuracy and loss, while validation accuracy showed more fluctuations, with validation loss initially decreasing before flattening, suggesting overfitting in some runs; overall, </a:t>
            </a:r>
            <a:r>
              <a:rPr lang="en-US" sz="1400" b="1">
                <a:ea typeface="+mn-lt"/>
                <a:cs typeface="+mn-lt"/>
              </a:rPr>
              <a:t>EXP_1743551770</a:t>
            </a:r>
            <a:r>
              <a:rPr lang="en-US" sz="1400">
                <a:ea typeface="+mn-lt"/>
                <a:cs typeface="+mn-lt"/>
              </a:rPr>
              <a:t> demonstrated the best generalization to the test set.</a:t>
            </a:r>
            <a:endParaRPr lang="en-US" sz="1400"/>
          </a:p>
        </p:txBody>
      </p:sp>
    </p:spTree>
    <p:extLst>
      <p:ext uri="{BB962C8B-B14F-4D97-AF65-F5344CB8AC3E}">
        <p14:creationId xmlns:p14="http://schemas.microsoft.com/office/powerpoint/2010/main" val="12724780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DEAAE2-D59D-D14D-2109-19A90D0D94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C3DC55-CB6C-D75A-3B9A-17D6602C5577}"/>
              </a:ext>
            </a:extLst>
          </p:cNvPr>
          <p:cNvSpPr>
            <a:spLocks noGrp="1"/>
          </p:cNvSpPr>
          <p:nvPr>
            <p:ph type="title"/>
          </p:nvPr>
        </p:nvSpPr>
        <p:spPr/>
        <p:txBody>
          <a:bodyPr/>
          <a:lstStyle/>
          <a:p>
            <a:r>
              <a:rPr lang="en-US"/>
              <a:t>Confusion Matrix</a:t>
            </a:r>
          </a:p>
        </p:txBody>
      </p:sp>
      <p:pic>
        <p:nvPicPr>
          <p:cNvPr id="5" name="Picture 4" descr="A blue squares with white text&#10;&#10;AI-generated content may be incorrect.">
            <a:extLst>
              <a:ext uri="{FF2B5EF4-FFF2-40B4-BE49-F238E27FC236}">
                <a16:creationId xmlns:a16="http://schemas.microsoft.com/office/drawing/2014/main" id="{CF4EA5A1-087E-39BC-1C83-305AD0A17998}"/>
              </a:ext>
            </a:extLst>
          </p:cNvPr>
          <p:cNvPicPr>
            <a:picLocks noChangeAspect="1"/>
          </p:cNvPicPr>
          <p:nvPr/>
        </p:nvPicPr>
        <p:blipFill>
          <a:blip r:embed="rId2"/>
          <a:srcRect t="1364" r="1394" b="1674"/>
          <a:stretch/>
        </p:blipFill>
        <p:spPr>
          <a:xfrm>
            <a:off x="5907962" y="1721752"/>
            <a:ext cx="5630454" cy="4344888"/>
          </a:xfrm>
          <a:prstGeom prst="rect">
            <a:avLst/>
          </a:prstGeom>
        </p:spPr>
      </p:pic>
      <p:sp>
        <p:nvSpPr>
          <p:cNvPr id="7" name="Content Placeholder 6">
            <a:extLst>
              <a:ext uri="{FF2B5EF4-FFF2-40B4-BE49-F238E27FC236}">
                <a16:creationId xmlns:a16="http://schemas.microsoft.com/office/drawing/2014/main" id="{9748BB1A-5413-83F9-D48B-6DAF6B5151F5}"/>
              </a:ext>
            </a:extLst>
          </p:cNvPr>
          <p:cNvSpPr>
            <a:spLocks noGrp="1"/>
          </p:cNvSpPr>
          <p:nvPr>
            <p:ph idx="1"/>
          </p:nvPr>
        </p:nvSpPr>
        <p:spPr>
          <a:xfrm>
            <a:off x="548641" y="1710379"/>
            <a:ext cx="5081631" cy="4347521"/>
          </a:xfrm>
        </p:spPr>
        <p:txBody>
          <a:bodyPr vert="horz" lIns="91440" tIns="45720" rIns="91440" bIns="45720" rtlCol="0" anchor="t">
            <a:normAutofit/>
          </a:bodyPr>
          <a:lstStyle/>
          <a:p>
            <a:pPr marL="0" indent="0">
              <a:buNone/>
            </a:pPr>
            <a:r>
              <a:rPr lang="en-US" sz="1600">
                <a:ea typeface="+mn-lt"/>
                <a:cs typeface="+mn-lt"/>
              </a:rPr>
              <a:t>The confusion matrix for the "SIMPLE" RNN model on a binary sentiment classification task shows it correctly classified 9043 Negative (True Negatives) and 9024 Positive (True Positives) instances, with errors in 882 False Positives and 818 False Negatives. The model achieved 91.4% accuracy, 91.1% Precision, 91.7% Recall, and a balanced 91.4% F1 Score, indicating strong overall performance.</a:t>
            </a:r>
            <a:endParaRPr lang="en-US" sz="1600"/>
          </a:p>
        </p:txBody>
      </p:sp>
    </p:spTree>
    <p:extLst>
      <p:ext uri="{BB962C8B-B14F-4D97-AF65-F5344CB8AC3E}">
        <p14:creationId xmlns:p14="http://schemas.microsoft.com/office/powerpoint/2010/main" val="30492882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CC3E2-DCB1-174F-8B04-B0114399B2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170CB-2E91-049C-A3DE-AC254A50D21A}"/>
              </a:ext>
            </a:extLst>
          </p:cNvPr>
          <p:cNvSpPr>
            <a:spLocks noGrp="1"/>
          </p:cNvSpPr>
          <p:nvPr>
            <p:ph type="title"/>
          </p:nvPr>
        </p:nvSpPr>
        <p:spPr/>
        <p:txBody>
          <a:bodyPr/>
          <a:lstStyle/>
          <a:p>
            <a:r>
              <a:rPr lang="en-US"/>
              <a:t>Error Analysis</a:t>
            </a:r>
          </a:p>
        </p:txBody>
      </p:sp>
      <p:pic>
        <p:nvPicPr>
          <p:cNvPr id="8" name="Picture 7" descr="A screenshot of a computer&#10;&#10;AI-generated content may be incorrect.">
            <a:extLst>
              <a:ext uri="{FF2B5EF4-FFF2-40B4-BE49-F238E27FC236}">
                <a16:creationId xmlns:a16="http://schemas.microsoft.com/office/drawing/2014/main" id="{9761CB4E-B2A3-2438-D676-523900789653}"/>
              </a:ext>
            </a:extLst>
          </p:cNvPr>
          <p:cNvPicPr>
            <a:picLocks noChangeAspect="1"/>
          </p:cNvPicPr>
          <p:nvPr/>
        </p:nvPicPr>
        <p:blipFill>
          <a:blip r:embed="rId2"/>
          <a:stretch>
            <a:fillRect/>
          </a:stretch>
        </p:blipFill>
        <p:spPr>
          <a:xfrm>
            <a:off x="4139820" y="1711657"/>
            <a:ext cx="7551761" cy="4355910"/>
          </a:xfrm>
          <a:prstGeom prst="rect">
            <a:avLst/>
          </a:prstGeom>
        </p:spPr>
      </p:pic>
      <p:sp>
        <p:nvSpPr>
          <p:cNvPr id="10" name="Content Placeholder 9">
            <a:extLst>
              <a:ext uri="{FF2B5EF4-FFF2-40B4-BE49-F238E27FC236}">
                <a16:creationId xmlns:a16="http://schemas.microsoft.com/office/drawing/2014/main" id="{0791E1A1-C55C-CFC2-B121-018FA60E598B}"/>
              </a:ext>
            </a:extLst>
          </p:cNvPr>
          <p:cNvSpPr>
            <a:spLocks noGrp="1"/>
          </p:cNvSpPr>
          <p:nvPr>
            <p:ph idx="1"/>
          </p:nvPr>
        </p:nvSpPr>
        <p:spPr>
          <a:xfrm>
            <a:off x="548641" y="1710379"/>
            <a:ext cx="3500764" cy="4336148"/>
          </a:xfrm>
        </p:spPr>
        <p:txBody>
          <a:bodyPr vert="horz" lIns="91440" tIns="45720" rIns="91440" bIns="45720" rtlCol="0" anchor="t">
            <a:normAutofit/>
          </a:bodyPr>
          <a:lstStyle/>
          <a:p>
            <a:pPr marL="0" indent="0">
              <a:buNone/>
            </a:pPr>
            <a:r>
              <a:rPr lang="en-US" sz="1600"/>
              <a:t>In an earlier experiment, using different tokenizers for the test, train, and validation datasets led to poor validation performance. While the training accuracy improved steadily, the validation accuracy remained low and erratic (around 0.52-0.53), with high volatility in validation loss, due to inconsistent word-to-index mappings caused by separate tokenization, preventing the model from generalizing properly.</a:t>
            </a:r>
          </a:p>
        </p:txBody>
      </p:sp>
    </p:spTree>
    <p:extLst>
      <p:ext uri="{BB962C8B-B14F-4D97-AF65-F5344CB8AC3E}">
        <p14:creationId xmlns:p14="http://schemas.microsoft.com/office/powerpoint/2010/main" val="633445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F6E20-5FFE-820D-63F2-8E6A3280EB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66B66-8116-CD8E-BF89-C38FBC158A38}"/>
              </a:ext>
            </a:extLst>
          </p:cNvPr>
          <p:cNvSpPr>
            <a:spLocks noGrp="1"/>
          </p:cNvSpPr>
          <p:nvPr>
            <p:ph type="title"/>
          </p:nvPr>
        </p:nvSpPr>
        <p:spPr/>
        <p:txBody>
          <a:bodyPr/>
          <a:lstStyle/>
          <a:p>
            <a:r>
              <a:rPr lang="en-US"/>
              <a:t>Model Inference</a:t>
            </a:r>
          </a:p>
        </p:txBody>
      </p:sp>
      <p:pic>
        <p:nvPicPr>
          <p:cNvPr id="9" name="Picture 8" descr="A screenshot of a computer&#10;&#10;AI-generated content may be incorrect.">
            <a:extLst>
              <a:ext uri="{FF2B5EF4-FFF2-40B4-BE49-F238E27FC236}">
                <a16:creationId xmlns:a16="http://schemas.microsoft.com/office/drawing/2014/main" id="{59A7F95F-099A-53E7-9410-5D5DB28E4D0F}"/>
              </a:ext>
            </a:extLst>
          </p:cNvPr>
          <p:cNvPicPr>
            <a:picLocks noChangeAspect="1"/>
          </p:cNvPicPr>
          <p:nvPr/>
        </p:nvPicPr>
        <p:blipFill>
          <a:blip r:embed="rId2"/>
          <a:stretch>
            <a:fillRect/>
          </a:stretch>
        </p:blipFill>
        <p:spPr>
          <a:xfrm>
            <a:off x="4719850" y="2119357"/>
            <a:ext cx="6823881" cy="3858957"/>
          </a:xfrm>
          <a:prstGeom prst="rect">
            <a:avLst/>
          </a:prstGeom>
        </p:spPr>
      </p:pic>
      <p:sp>
        <p:nvSpPr>
          <p:cNvPr id="11" name="Content Placeholder 10">
            <a:extLst>
              <a:ext uri="{FF2B5EF4-FFF2-40B4-BE49-F238E27FC236}">
                <a16:creationId xmlns:a16="http://schemas.microsoft.com/office/drawing/2014/main" id="{E6083440-343A-1AB4-298D-84432362824B}"/>
              </a:ext>
            </a:extLst>
          </p:cNvPr>
          <p:cNvSpPr>
            <a:spLocks noGrp="1"/>
          </p:cNvSpPr>
          <p:nvPr>
            <p:ph idx="1"/>
          </p:nvPr>
        </p:nvSpPr>
        <p:spPr>
          <a:xfrm>
            <a:off x="548641" y="2017453"/>
            <a:ext cx="4069422" cy="4040447"/>
          </a:xfrm>
        </p:spPr>
        <p:txBody>
          <a:bodyPr vert="horz" lIns="91440" tIns="45720" rIns="91440" bIns="45720" rtlCol="0" anchor="t">
            <a:normAutofit lnSpcReduction="10000"/>
          </a:bodyPr>
          <a:lstStyle/>
          <a:p>
            <a:pPr marL="0" indent="0" algn="just">
              <a:buNone/>
            </a:pPr>
            <a:r>
              <a:rPr lang="en-US" sz="1400">
                <a:latin typeface="Univers Light"/>
                <a:ea typeface="+mn-lt"/>
                <a:cs typeface="+mn-lt"/>
              </a:rPr>
              <a:t>We built a </a:t>
            </a:r>
            <a:r>
              <a:rPr lang="en-US" sz="1400" err="1">
                <a:latin typeface="Univers Light"/>
                <a:ea typeface="+mn-lt"/>
                <a:cs typeface="+mn-lt"/>
              </a:rPr>
              <a:t>Streamlit</a:t>
            </a:r>
            <a:r>
              <a:rPr lang="en-US" sz="1400">
                <a:latin typeface="Univers Light"/>
                <a:ea typeface="+mn-lt"/>
                <a:cs typeface="+mn-lt"/>
              </a:rPr>
              <a:t> app that allows users to predict sentiment using a pre-trained </a:t>
            </a:r>
            <a:r>
              <a:rPr lang="en-US" sz="1400" err="1">
                <a:latin typeface="Univers Light"/>
                <a:ea typeface="+mn-lt"/>
                <a:cs typeface="+mn-lt"/>
              </a:rPr>
              <a:t>Keras</a:t>
            </a:r>
            <a:r>
              <a:rPr lang="en-US" sz="1400">
                <a:latin typeface="Univers Light"/>
                <a:ea typeface="+mn-lt"/>
                <a:cs typeface="+mn-lt"/>
              </a:rPr>
              <a:t> model by providing the model path, tokenizer JSON file, and maximum sequence length through the sidebar. The tokenizer is saved in JSON format alongside the model for easy loading and configuration. The app loads a saved model and tokenizer using </a:t>
            </a:r>
            <a:r>
              <a:rPr lang="en-US" sz="1400" b="1" err="1">
                <a:latin typeface="Univers Light"/>
              </a:rPr>
              <a:t>load_model_and_tokenizer</a:t>
            </a:r>
            <a:r>
              <a:rPr lang="en-US" sz="1400" b="1">
                <a:latin typeface="Univers Light"/>
                <a:ea typeface="+mn-lt"/>
                <a:cs typeface="+mn-lt"/>
              </a:rPr>
              <a:t> </a:t>
            </a:r>
            <a:r>
              <a:rPr lang="en-US" sz="1400">
                <a:latin typeface="Univers Light"/>
                <a:ea typeface="+mn-lt"/>
                <a:cs typeface="+mn-lt"/>
              </a:rPr>
              <a:t>when "Update Configuration" is clicked, storing them in session state. Users enter text in a text area, and upon clicking "Predict Sentiment," the input is tokenized, padded, and passed to the model for inference; the result is classified as Positive or Negative based on a 0.5 threshold and displayed accordingly.</a:t>
            </a:r>
            <a:endParaRPr lang="en-US" sz="1400">
              <a:latin typeface="Univers Light"/>
            </a:endParaRPr>
          </a:p>
        </p:txBody>
      </p:sp>
    </p:spTree>
    <p:extLst>
      <p:ext uri="{BB962C8B-B14F-4D97-AF65-F5344CB8AC3E}">
        <p14:creationId xmlns:p14="http://schemas.microsoft.com/office/powerpoint/2010/main" val="381053948"/>
      </p:ext>
    </p:extLst>
  </p:cSld>
  <p:clrMapOvr>
    <a:masterClrMapping/>
  </p:clrMapOvr>
</p:sld>
</file>

<file path=ppt/theme/theme1.xml><?xml version="1.0" encoding="utf-8"?>
<a:theme xmlns:a="http://schemas.openxmlformats.org/drawingml/2006/main" name="TribuneVTI">
  <a:themeElements>
    <a:clrScheme name="amasis">
      <a:dk1>
        <a:sysClr val="windowText" lastClr="000000"/>
      </a:dk1>
      <a:lt1>
        <a:sysClr val="window" lastClr="FFFFFF"/>
      </a:lt1>
      <a:dk2>
        <a:srgbClr val="470401"/>
      </a:dk2>
      <a:lt2>
        <a:srgbClr val="EBE2E2"/>
      </a:lt2>
      <a:accent1>
        <a:srgbClr val="BD1209"/>
      </a:accent1>
      <a:accent2>
        <a:srgbClr val="F40600"/>
      </a:accent2>
      <a:accent3>
        <a:srgbClr val="F26216"/>
      </a:accent3>
      <a:accent4>
        <a:srgbClr val="F0800D"/>
      </a:accent4>
      <a:accent5>
        <a:srgbClr val="3EA8B6"/>
      </a:accent5>
      <a:accent6>
        <a:srgbClr val="005B6B"/>
      </a:accent6>
      <a:hlink>
        <a:srgbClr val="F40600"/>
      </a:hlink>
      <a:folHlink>
        <a:srgbClr val="1C7E8E"/>
      </a:folHlink>
    </a:clrScheme>
    <a:fontScheme name="Amasis-Univers">
      <a:majorFont>
        <a:latin typeface="Amasis MT Pro Medium"/>
        <a:ea typeface=""/>
        <a:cs typeface=""/>
      </a:majorFont>
      <a:minorFont>
        <a:latin typeface="Univer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ribuneVTI" id="{4D84C650-59FC-4F6B-ADA6-B11C508FF6CE}" vid="{0E07EAE6-ACBC-4250-8522-FC108A45043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15</Slides>
  <Notes>0</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TribuneVTI</vt:lpstr>
      <vt:lpstr>Deep Learning-based Sentiment Classification for Amazon Products Reviews</vt:lpstr>
      <vt:lpstr>Motive &amp; Background</vt:lpstr>
      <vt:lpstr>Data</vt:lpstr>
      <vt:lpstr>Expected Outcomes</vt:lpstr>
      <vt:lpstr>Model Building</vt:lpstr>
      <vt:lpstr>Model Training</vt:lpstr>
      <vt:lpstr>Model Evaluation</vt:lpstr>
      <vt:lpstr>Model Evaluation (continued...)</vt:lpstr>
      <vt:lpstr>Outcomes</vt:lpstr>
      <vt:lpstr>Observations</vt:lpstr>
      <vt:lpstr>Observations (continued...)</vt:lpstr>
      <vt:lpstr>Additional Observations</vt:lpstr>
      <vt:lpstr>Confusion Matrix</vt:lpstr>
      <vt:lpstr>Error Analysis</vt:lpstr>
      <vt:lpstr>Model Inference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Learning-based Sentiment Classification for Amazon Products Reviews</dc:title>
  <dc:creator/>
  <cp:revision>1</cp:revision>
  <dcterms:created xsi:type="dcterms:W3CDTF">2025-04-06T12:56:51Z</dcterms:created>
  <dcterms:modified xsi:type="dcterms:W3CDTF">2025-04-15T23:03:19Z</dcterms:modified>
</cp:coreProperties>
</file>